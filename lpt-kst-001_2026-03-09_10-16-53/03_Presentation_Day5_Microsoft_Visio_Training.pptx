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60" r:id="rId3"/>
    <p:sldId id="4379" r:id="rId4"/>
    <p:sldId id="336" r:id="rId5"/>
    <p:sldId id="4364" r:id="rId6"/>
    <p:sldId id="4380" r:id="rId7"/>
    <p:sldId id="4381" r:id="rId8"/>
    <p:sldId id="4382" r:id="rId9"/>
    <p:sldId id="4390" r:id="rId10"/>
    <p:sldId id="4383" r:id="rId11"/>
    <p:sldId id="4373" r:id="rId12"/>
    <p:sldId id="4374" r:id="rId13"/>
    <p:sldId id="26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8DFB93-A0BE-433B-809C-5A141E1043BD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C3DA5FE-10FA-4BCB-9018-1D6D6519DDD4}">
      <dgm:prSet/>
      <dgm:spPr/>
      <dgm:t>
        <a:bodyPr/>
        <a:lstStyle/>
        <a:p>
          <a:pPr rtl="1"/>
          <a:r>
            <a:rPr lang="fa-IR" dirty="0"/>
            <a:t>اهمیت استانداردسازی در دیاگرام شبکه</a:t>
          </a:r>
          <a:endParaRPr lang="en-US" dirty="0"/>
        </a:p>
      </dgm:t>
    </dgm:pt>
    <dgm:pt modelId="{5B737DD5-4222-4DF0-BFC9-722D3267F37E}" type="parTrans" cxnId="{A2EA1B05-2410-4824-9C3F-1012100ADC42}">
      <dgm:prSet/>
      <dgm:spPr/>
      <dgm:t>
        <a:bodyPr/>
        <a:lstStyle/>
        <a:p>
          <a:endParaRPr lang="en-US"/>
        </a:p>
      </dgm:t>
    </dgm:pt>
    <dgm:pt modelId="{096CC1C6-766B-428E-A932-2930F85802CB}" type="sibTrans" cxnId="{A2EA1B05-2410-4824-9C3F-1012100ADC42}">
      <dgm:prSet/>
      <dgm:spPr/>
      <dgm:t>
        <a:bodyPr/>
        <a:lstStyle/>
        <a:p>
          <a:endParaRPr lang="en-US"/>
        </a:p>
      </dgm:t>
    </dgm:pt>
    <dgm:pt modelId="{BEE0C076-0E6E-4D87-BB07-ACB49C810C9A}">
      <dgm:prSet/>
      <dgm:spPr/>
      <dgm:t>
        <a:bodyPr/>
        <a:lstStyle/>
        <a:p>
          <a:pPr rtl="1"/>
          <a:r>
            <a:rPr lang="ps-AF" dirty="0"/>
            <a:t>بهترین روش‌ها در طراحی</a:t>
          </a:r>
          <a:r>
            <a:rPr lang="prs-AF" dirty="0"/>
            <a:t> و دیزاین</a:t>
          </a:r>
          <a:r>
            <a:rPr lang="ps-AF" dirty="0"/>
            <a:t> دیاگرام شبکه</a:t>
          </a:r>
          <a:endParaRPr lang="en-US" dirty="0"/>
        </a:p>
      </dgm:t>
    </dgm:pt>
    <dgm:pt modelId="{018A9C70-5AF5-4267-AC3D-03288A0E1451}" type="parTrans" cxnId="{EF9C5870-F97A-404E-9D5D-AE3A290CF198}">
      <dgm:prSet/>
      <dgm:spPr/>
      <dgm:t>
        <a:bodyPr/>
        <a:lstStyle/>
        <a:p>
          <a:endParaRPr lang="en-US"/>
        </a:p>
      </dgm:t>
    </dgm:pt>
    <dgm:pt modelId="{E4C5BECD-647D-448B-9EEE-23E002527164}" type="sibTrans" cxnId="{EF9C5870-F97A-404E-9D5D-AE3A290CF198}">
      <dgm:prSet/>
      <dgm:spPr/>
      <dgm:t>
        <a:bodyPr/>
        <a:lstStyle/>
        <a:p>
          <a:endParaRPr lang="en-US"/>
        </a:p>
      </dgm:t>
    </dgm:pt>
    <dgm:pt modelId="{B267E88E-5646-4E75-A972-A89736113373}">
      <dgm:prSet/>
      <dgm:spPr/>
      <dgm:t>
        <a:bodyPr/>
        <a:lstStyle/>
        <a:p>
          <a:pPr rtl="1"/>
          <a:r>
            <a:rPr lang="fa-IR" dirty="0"/>
            <a:t>مستندسازی و شناسنامه دیاگرام</a:t>
          </a:r>
          <a:endParaRPr lang="en-US" dirty="0"/>
        </a:p>
      </dgm:t>
    </dgm:pt>
    <dgm:pt modelId="{8C498F6F-8F73-48F7-B7FA-3EFADDE8DEBA}" type="parTrans" cxnId="{103FF3DA-BD91-4A6C-B5BE-88DCA3DC7AF4}">
      <dgm:prSet/>
      <dgm:spPr/>
      <dgm:t>
        <a:bodyPr/>
        <a:lstStyle/>
        <a:p>
          <a:endParaRPr lang="en-US"/>
        </a:p>
      </dgm:t>
    </dgm:pt>
    <dgm:pt modelId="{9F3CCC9F-0CA6-4B3B-8651-F33A0104E531}" type="sibTrans" cxnId="{103FF3DA-BD91-4A6C-B5BE-88DCA3DC7AF4}">
      <dgm:prSet/>
      <dgm:spPr/>
      <dgm:t>
        <a:bodyPr/>
        <a:lstStyle/>
        <a:p>
          <a:endParaRPr lang="en-US"/>
        </a:p>
      </dgm:t>
    </dgm:pt>
    <dgm:pt modelId="{6079F31E-D8F2-4535-8BBA-E111AF1984EE}">
      <dgm:prSet/>
      <dgm:spPr/>
      <dgm:t>
        <a:bodyPr/>
        <a:lstStyle/>
        <a:p>
          <a:pPr rtl="1"/>
          <a:r>
            <a:rPr lang="fa-IR" dirty="0"/>
            <a:t>مدیریت نسخه‌ها و ثبت تغییرات</a:t>
          </a:r>
          <a:endParaRPr lang="en-US" dirty="0"/>
        </a:p>
      </dgm:t>
    </dgm:pt>
    <dgm:pt modelId="{F3BE60A1-3DE1-47B7-A3F0-D8C5B18283BA}" type="parTrans" cxnId="{5C328228-CD68-46EA-88B8-CE1332FDED03}">
      <dgm:prSet/>
      <dgm:spPr/>
      <dgm:t>
        <a:bodyPr/>
        <a:lstStyle/>
        <a:p>
          <a:endParaRPr lang="en-US"/>
        </a:p>
      </dgm:t>
    </dgm:pt>
    <dgm:pt modelId="{7829822A-B758-4B86-8216-77D817253D25}" type="sibTrans" cxnId="{5C328228-CD68-46EA-88B8-CE1332FDED03}">
      <dgm:prSet/>
      <dgm:spPr/>
      <dgm:t>
        <a:bodyPr/>
        <a:lstStyle/>
        <a:p>
          <a:endParaRPr lang="en-US"/>
        </a:p>
      </dgm:t>
    </dgm:pt>
    <dgm:pt modelId="{B3E6ABCE-6618-4D7D-B238-5C907E76618D}">
      <dgm:prSet/>
      <dgm:spPr/>
      <dgm:t>
        <a:bodyPr/>
        <a:lstStyle/>
        <a:p>
          <a:pPr rtl="1"/>
          <a:r>
            <a:rPr lang="ps-AF" dirty="0"/>
            <a:t>کار عملی </a:t>
          </a:r>
          <a:endParaRPr lang="en-US" dirty="0"/>
        </a:p>
      </dgm:t>
    </dgm:pt>
    <dgm:pt modelId="{E2111020-A923-45B6-A717-389BA4C43E2E}" type="parTrans" cxnId="{BBFA9DB2-8F8B-4241-87AD-AC8725513A22}">
      <dgm:prSet/>
      <dgm:spPr/>
      <dgm:t>
        <a:bodyPr/>
        <a:lstStyle/>
        <a:p>
          <a:endParaRPr lang="en-US"/>
        </a:p>
      </dgm:t>
    </dgm:pt>
    <dgm:pt modelId="{CB0E52D2-0076-4C1F-BBD8-4A06361A055C}" type="sibTrans" cxnId="{BBFA9DB2-8F8B-4241-87AD-AC8725513A22}">
      <dgm:prSet/>
      <dgm:spPr/>
      <dgm:t>
        <a:bodyPr/>
        <a:lstStyle/>
        <a:p>
          <a:endParaRPr lang="en-US"/>
        </a:p>
      </dgm:t>
    </dgm:pt>
    <dgm:pt modelId="{BF59B1A2-B3E0-4B8D-879D-7C624AF8A68E}">
      <dgm:prSet/>
      <dgm:spPr/>
      <dgm:t>
        <a:bodyPr/>
        <a:lstStyle/>
        <a:p>
          <a:pPr rtl="1"/>
          <a:r>
            <a:rPr lang="fa-IR" dirty="0"/>
            <a:t>پرسش و پاسخ</a:t>
          </a:r>
          <a:endParaRPr lang="en-US" dirty="0"/>
        </a:p>
      </dgm:t>
    </dgm:pt>
    <dgm:pt modelId="{9F642227-DB76-40ED-B9E7-CFA60A89C45B}" type="parTrans" cxnId="{43A83E84-27C1-4927-ACE4-0B404F115BD7}">
      <dgm:prSet/>
      <dgm:spPr/>
      <dgm:t>
        <a:bodyPr/>
        <a:lstStyle/>
        <a:p>
          <a:endParaRPr lang="en-US"/>
        </a:p>
      </dgm:t>
    </dgm:pt>
    <dgm:pt modelId="{FD918159-786B-46AD-9C08-BBB149C94F7B}" type="sibTrans" cxnId="{43A83E84-27C1-4927-ACE4-0B404F115BD7}">
      <dgm:prSet/>
      <dgm:spPr/>
      <dgm:t>
        <a:bodyPr/>
        <a:lstStyle/>
        <a:p>
          <a:endParaRPr lang="en-US"/>
        </a:p>
      </dgm:t>
    </dgm:pt>
    <dgm:pt modelId="{ECD00731-690D-423C-852E-A992FD0533FB}">
      <dgm:prSet/>
      <dgm:spPr/>
      <dgm:t>
        <a:bodyPr/>
        <a:lstStyle/>
        <a:p>
          <a:pPr rtl="1"/>
          <a:r>
            <a:rPr lang="fa-IR" dirty="0"/>
            <a:t>آماده‌</a:t>
          </a:r>
          <a:r>
            <a:rPr lang="ps-AF" dirty="0"/>
            <a:t> </a:t>
          </a:r>
          <a:r>
            <a:rPr lang="fa-IR" dirty="0"/>
            <a:t>سازی برای چاپ و اشتراک‌گذاری</a:t>
          </a:r>
          <a:endParaRPr lang="en-US" dirty="0"/>
        </a:p>
      </dgm:t>
    </dgm:pt>
    <dgm:pt modelId="{80DD918A-8614-43F8-AD87-2869292319F6}" type="parTrans" cxnId="{0DD76096-14BB-47DA-ADD1-0710B6FA17B2}">
      <dgm:prSet/>
      <dgm:spPr/>
      <dgm:t>
        <a:bodyPr/>
        <a:lstStyle/>
        <a:p>
          <a:endParaRPr lang="en-US"/>
        </a:p>
      </dgm:t>
    </dgm:pt>
    <dgm:pt modelId="{6D8813E0-168F-47FA-819A-66D8687A7749}" type="sibTrans" cxnId="{0DD76096-14BB-47DA-ADD1-0710B6FA17B2}">
      <dgm:prSet/>
      <dgm:spPr/>
      <dgm:t>
        <a:bodyPr/>
        <a:lstStyle/>
        <a:p>
          <a:endParaRPr lang="en-US"/>
        </a:p>
      </dgm:t>
    </dgm:pt>
    <dgm:pt modelId="{77E14CDF-231A-4081-85F8-FD7E6578139F}">
      <dgm:prSet/>
      <dgm:spPr/>
      <dgm:t>
        <a:bodyPr/>
        <a:lstStyle/>
        <a:p>
          <a:pPr rtl="1"/>
          <a:r>
            <a:rPr lang="fa-IR" dirty="0"/>
            <a:t>چک</a:t>
          </a:r>
          <a:r>
            <a:rPr lang="ps-AF" dirty="0"/>
            <a:t> </a:t>
          </a:r>
          <a:r>
            <a:rPr lang="fa-IR" dirty="0"/>
            <a:t>‌لیست کنترل کیفیت دیاگرام</a:t>
          </a:r>
          <a:endParaRPr lang="en-US" dirty="0"/>
        </a:p>
      </dgm:t>
    </dgm:pt>
    <dgm:pt modelId="{C474DFBF-B6A0-4333-AFCF-79E04744F9E8}" type="parTrans" cxnId="{DA4ED5B6-818D-4D67-89AB-8C7C9174CE83}">
      <dgm:prSet/>
      <dgm:spPr/>
      <dgm:t>
        <a:bodyPr/>
        <a:lstStyle/>
        <a:p>
          <a:endParaRPr lang="en-US"/>
        </a:p>
      </dgm:t>
    </dgm:pt>
    <dgm:pt modelId="{CD3FB973-5387-4CE3-B6F7-85D5835827A0}" type="sibTrans" cxnId="{DA4ED5B6-818D-4D67-89AB-8C7C9174CE83}">
      <dgm:prSet/>
      <dgm:spPr/>
      <dgm:t>
        <a:bodyPr/>
        <a:lstStyle/>
        <a:p>
          <a:endParaRPr lang="en-US"/>
        </a:p>
      </dgm:t>
    </dgm:pt>
    <dgm:pt modelId="{CF7B6FD0-F4A4-4E39-9085-72192BCE682C}" type="pres">
      <dgm:prSet presAssocID="{F18DFB93-A0BE-433B-809C-5A141E1043BD}" presName="linear" presStyleCnt="0">
        <dgm:presLayoutVars>
          <dgm:animLvl val="lvl"/>
          <dgm:resizeHandles val="exact"/>
        </dgm:presLayoutVars>
      </dgm:prSet>
      <dgm:spPr/>
    </dgm:pt>
    <dgm:pt modelId="{C914AF17-C025-4D68-96FD-07BA4ED2A1AA}" type="pres">
      <dgm:prSet presAssocID="{5C3DA5FE-10FA-4BCB-9018-1D6D6519DDD4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D8F1354F-4D66-4815-A31E-1F42A47D8768}" type="pres">
      <dgm:prSet presAssocID="{096CC1C6-766B-428E-A932-2930F85802CB}" presName="spacer" presStyleCnt="0"/>
      <dgm:spPr/>
    </dgm:pt>
    <dgm:pt modelId="{B506482F-B90F-4973-A960-703BFCCA3438}" type="pres">
      <dgm:prSet presAssocID="{BEE0C076-0E6E-4D87-BB07-ACB49C810C9A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0376EFD2-5044-400E-87FF-7C3DF1A6BE89}" type="pres">
      <dgm:prSet presAssocID="{E4C5BECD-647D-448B-9EEE-23E002527164}" presName="spacer" presStyleCnt="0"/>
      <dgm:spPr/>
    </dgm:pt>
    <dgm:pt modelId="{708CEAA6-A1F0-4FFA-B88B-64B249BE0C44}" type="pres">
      <dgm:prSet presAssocID="{B267E88E-5646-4E75-A972-A89736113373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7DF676ED-35E1-4650-946E-0CB9EAF64BA4}" type="pres">
      <dgm:prSet presAssocID="{9F3CCC9F-0CA6-4B3B-8651-F33A0104E531}" presName="spacer" presStyleCnt="0"/>
      <dgm:spPr/>
    </dgm:pt>
    <dgm:pt modelId="{F318F457-8393-4721-915E-B70AB9714523}" type="pres">
      <dgm:prSet presAssocID="{6079F31E-D8F2-4535-8BBA-E111AF1984EE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05C9120C-7ED8-4C07-85E6-FCA28C98D536}" type="pres">
      <dgm:prSet presAssocID="{7829822A-B758-4B86-8216-77D817253D25}" presName="spacer" presStyleCnt="0"/>
      <dgm:spPr/>
    </dgm:pt>
    <dgm:pt modelId="{A776A599-E6CE-4138-B008-7471F9808946}" type="pres">
      <dgm:prSet presAssocID="{ECD00731-690D-423C-852E-A992FD0533FB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8B6D75BE-F277-4967-B52C-9FE6844F7414}" type="pres">
      <dgm:prSet presAssocID="{6D8813E0-168F-47FA-819A-66D8687A7749}" presName="spacer" presStyleCnt="0"/>
      <dgm:spPr/>
    </dgm:pt>
    <dgm:pt modelId="{AC0C8768-4EE8-4CB2-9589-972A3194E5CC}" type="pres">
      <dgm:prSet presAssocID="{77E14CDF-231A-4081-85F8-FD7E6578139F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6FC064D8-F9FF-4212-8F7E-56A2E167E466}" type="pres">
      <dgm:prSet presAssocID="{CD3FB973-5387-4CE3-B6F7-85D5835827A0}" presName="spacer" presStyleCnt="0"/>
      <dgm:spPr/>
    </dgm:pt>
    <dgm:pt modelId="{F1D0866E-EE7E-4F1C-98E5-76A79FE9613A}" type="pres">
      <dgm:prSet presAssocID="{B3E6ABCE-6618-4D7D-B238-5C907E76618D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4700CB2D-73A4-49F7-AE9C-D327DF0F09C5}" type="pres">
      <dgm:prSet presAssocID="{CB0E52D2-0076-4C1F-BBD8-4A06361A055C}" presName="spacer" presStyleCnt="0"/>
      <dgm:spPr/>
    </dgm:pt>
    <dgm:pt modelId="{17C09A03-6974-4B8F-AAA4-A966AD55973B}" type="pres">
      <dgm:prSet presAssocID="{BF59B1A2-B3E0-4B8D-879D-7C624AF8A68E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A2EA1B05-2410-4824-9C3F-1012100ADC42}" srcId="{F18DFB93-A0BE-433B-809C-5A141E1043BD}" destId="{5C3DA5FE-10FA-4BCB-9018-1D6D6519DDD4}" srcOrd="0" destOrd="0" parTransId="{5B737DD5-4222-4DF0-BFC9-722D3267F37E}" sibTransId="{096CC1C6-766B-428E-A932-2930F85802CB}"/>
    <dgm:cxn modelId="{EFC49924-3F12-411A-8CCB-EAD6197B2F38}" type="presOf" srcId="{77E14CDF-231A-4081-85F8-FD7E6578139F}" destId="{AC0C8768-4EE8-4CB2-9589-972A3194E5CC}" srcOrd="0" destOrd="0" presId="urn:microsoft.com/office/officeart/2005/8/layout/vList2"/>
    <dgm:cxn modelId="{71514025-B782-4616-AA8E-711F0F00A100}" type="presOf" srcId="{5C3DA5FE-10FA-4BCB-9018-1D6D6519DDD4}" destId="{C914AF17-C025-4D68-96FD-07BA4ED2A1AA}" srcOrd="0" destOrd="0" presId="urn:microsoft.com/office/officeart/2005/8/layout/vList2"/>
    <dgm:cxn modelId="{5C328228-CD68-46EA-88B8-CE1332FDED03}" srcId="{F18DFB93-A0BE-433B-809C-5A141E1043BD}" destId="{6079F31E-D8F2-4535-8BBA-E111AF1984EE}" srcOrd="3" destOrd="0" parTransId="{F3BE60A1-3DE1-47B7-A3F0-D8C5B18283BA}" sibTransId="{7829822A-B758-4B86-8216-77D817253D25}"/>
    <dgm:cxn modelId="{59E76033-E66C-4B5F-8D65-D2C00ED74EBC}" type="presOf" srcId="{F18DFB93-A0BE-433B-809C-5A141E1043BD}" destId="{CF7B6FD0-F4A4-4E39-9085-72192BCE682C}" srcOrd="0" destOrd="0" presId="urn:microsoft.com/office/officeart/2005/8/layout/vList2"/>
    <dgm:cxn modelId="{EF9C5870-F97A-404E-9D5D-AE3A290CF198}" srcId="{F18DFB93-A0BE-433B-809C-5A141E1043BD}" destId="{BEE0C076-0E6E-4D87-BB07-ACB49C810C9A}" srcOrd="1" destOrd="0" parTransId="{018A9C70-5AF5-4267-AC3D-03288A0E1451}" sibTransId="{E4C5BECD-647D-448B-9EEE-23E002527164}"/>
    <dgm:cxn modelId="{43A83E84-27C1-4927-ACE4-0B404F115BD7}" srcId="{F18DFB93-A0BE-433B-809C-5A141E1043BD}" destId="{BF59B1A2-B3E0-4B8D-879D-7C624AF8A68E}" srcOrd="7" destOrd="0" parTransId="{9F642227-DB76-40ED-B9E7-CFA60A89C45B}" sibTransId="{FD918159-786B-46AD-9C08-BBB149C94F7B}"/>
    <dgm:cxn modelId="{0DD76096-14BB-47DA-ADD1-0710B6FA17B2}" srcId="{F18DFB93-A0BE-433B-809C-5A141E1043BD}" destId="{ECD00731-690D-423C-852E-A992FD0533FB}" srcOrd="4" destOrd="0" parTransId="{80DD918A-8614-43F8-AD87-2869292319F6}" sibTransId="{6D8813E0-168F-47FA-819A-66D8687A7749}"/>
    <dgm:cxn modelId="{FEFF13A5-8D99-4179-BC04-A3FF1CD642B2}" type="presOf" srcId="{6079F31E-D8F2-4535-8BBA-E111AF1984EE}" destId="{F318F457-8393-4721-915E-B70AB9714523}" srcOrd="0" destOrd="0" presId="urn:microsoft.com/office/officeart/2005/8/layout/vList2"/>
    <dgm:cxn modelId="{BBFA9DB2-8F8B-4241-87AD-AC8725513A22}" srcId="{F18DFB93-A0BE-433B-809C-5A141E1043BD}" destId="{B3E6ABCE-6618-4D7D-B238-5C907E76618D}" srcOrd="6" destOrd="0" parTransId="{E2111020-A923-45B6-A717-389BA4C43E2E}" sibTransId="{CB0E52D2-0076-4C1F-BBD8-4A06361A055C}"/>
    <dgm:cxn modelId="{21685AB4-4005-4A0E-B76C-EA78A895C6C0}" type="presOf" srcId="{ECD00731-690D-423C-852E-A992FD0533FB}" destId="{A776A599-E6CE-4138-B008-7471F9808946}" srcOrd="0" destOrd="0" presId="urn:microsoft.com/office/officeart/2005/8/layout/vList2"/>
    <dgm:cxn modelId="{DA4ED5B6-818D-4D67-89AB-8C7C9174CE83}" srcId="{F18DFB93-A0BE-433B-809C-5A141E1043BD}" destId="{77E14CDF-231A-4081-85F8-FD7E6578139F}" srcOrd="5" destOrd="0" parTransId="{C474DFBF-B6A0-4333-AFCF-79E04744F9E8}" sibTransId="{CD3FB973-5387-4CE3-B6F7-85D5835827A0}"/>
    <dgm:cxn modelId="{5B5274C1-D240-4373-A5EE-5EAED9A39910}" type="presOf" srcId="{BEE0C076-0E6E-4D87-BB07-ACB49C810C9A}" destId="{B506482F-B90F-4973-A960-703BFCCA3438}" srcOrd="0" destOrd="0" presId="urn:microsoft.com/office/officeart/2005/8/layout/vList2"/>
    <dgm:cxn modelId="{103FF3DA-BD91-4A6C-B5BE-88DCA3DC7AF4}" srcId="{F18DFB93-A0BE-433B-809C-5A141E1043BD}" destId="{B267E88E-5646-4E75-A972-A89736113373}" srcOrd="2" destOrd="0" parTransId="{8C498F6F-8F73-48F7-B7FA-3EFADDE8DEBA}" sibTransId="{9F3CCC9F-0CA6-4B3B-8651-F33A0104E531}"/>
    <dgm:cxn modelId="{EA4CAEEA-80CC-4168-8953-C1B0697B67F6}" type="presOf" srcId="{BF59B1A2-B3E0-4B8D-879D-7C624AF8A68E}" destId="{17C09A03-6974-4B8F-AAA4-A966AD55973B}" srcOrd="0" destOrd="0" presId="urn:microsoft.com/office/officeart/2005/8/layout/vList2"/>
    <dgm:cxn modelId="{C254EDF2-F2F7-4F86-950B-9B374F8995AA}" type="presOf" srcId="{B3E6ABCE-6618-4D7D-B238-5C907E76618D}" destId="{F1D0866E-EE7E-4F1C-98E5-76A79FE9613A}" srcOrd="0" destOrd="0" presId="urn:microsoft.com/office/officeart/2005/8/layout/vList2"/>
    <dgm:cxn modelId="{F1DE87F7-FB9D-478F-B9A7-502731700213}" type="presOf" srcId="{B267E88E-5646-4E75-A972-A89736113373}" destId="{708CEAA6-A1F0-4FFA-B88B-64B249BE0C44}" srcOrd="0" destOrd="0" presId="urn:microsoft.com/office/officeart/2005/8/layout/vList2"/>
    <dgm:cxn modelId="{53B003FB-FD56-499F-A59A-65BCAC33F72F}" type="presParOf" srcId="{CF7B6FD0-F4A4-4E39-9085-72192BCE682C}" destId="{C914AF17-C025-4D68-96FD-07BA4ED2A1AA}" srcOrd="0" destOrd="0" presId="urn:microsoft.com/office/officeart/2005/8/layout/vList2"/>
    <dgm:cxn modelId="{44BE9526-3CF2-4DA3-94EE-D448B258ABF7}" type="presParOf" srcId="{CF7B6FD0-F4A4-4E39-9085-72192BCE682C}" destId="{D8F1354F-4D66-4815-A31E-1F42A47D8768}" srcOrd="1" destOrd="0" presId="urn:microsoft.com/office/officeart/2005/8/layout/vList2"/>
    <dgm:cxn modelId="{421FA293-56E0-4644-9925-12365873226B}" type="presParOf" srcId="{CF7B6FD0-F4A4-4E39-9085-72192BCE682C}" destId="{B506482F-B90F-4973-A960-703BFCCA3438}" srcOrd="2" destOrd="0" presId="urn:microsoft.com/office/officeart/2005/8/layout/vList2"/>
    <dgm:cxn modelId="{D887896F-F25B-4AFA-91A3-15BB35B68EFF}" type="presParOf" srcId="{CF7B6FD0-F4A4-4E39-9085-72192BCE682C}" destId="{0376EFD2-5044-400E-87FF-7C3DF1A6BE89}" srcOrd="3" destOrd="0" presId="urn:microsoft.com/office/officeart/2005/8/layout/vList2"/>
    <dgm:cxn modelId="{049603B7-02E5-4013-B841-5F4EDF921024}" type="presParOf" srcId="{CF7B6FD0-F4A4-4E39-9085-72192BCE682C}" destId="{708CEAA6-A1F0-4FFA-B88B-64B249BE0C44}" srcOrd="4" destOrd="0" presId="urn:microsoft.com/office/officeart/2005/8/layout/vList2"/>
    <dgm:cxn modelId="{281CF403-A01A-457B-8BB3-A627D8FA181D}" type="presParOf" srcId="{CF7B6FD0-F4A4-4E39-9085-72192BCE682C}" destId="{7DF676ED-35E1-4650-946E-0CB9EAF64BA4}" srcOrd="5" destOrd="0" presId="urn:microsoft.com/office/officeart/2005/8/layout/vList2"/>
    <dgm:cxn modelId="{7B49E291-A1EA-4D9A-98C2-8B888B4F7282}" type="presParOf" srcId="{CF7B6FD0-F4A4-4E39-9085-72192BCE682C}" destId="{F318F457-8393-4721-915E-B70AB9714523}" srcOrd="6" destOrd="0" presId="urn:microsoft.com/office/officeart/2005/8/layout/vList2"/>
    <dgm:cxn modelId="{4E863233-8C94-4083-BACD-C97C30CDD63E}" type="presParOf" srcId="{CF7B6FD0-F4A4-4E39-9085-72192BCE682C}" destId="{05C9120C-7ED8-4C07-85E6-FCA28C98D536}" srcOrd="7" destOrd="0" presId="urn:microsoft.com/office/officeart/2005/8/layout/vList2"/>
    <dgm:cxn modelId="{AD5BC23E-D48B-4834-AAB8-5157A2577C4A}" type="presParOf" srcId="{CF7B6FD0-F4A4-4E39-9085-72192BCE682C}" destId="{A776A599-E6CE-4138-B008-7471F9808946}" srcOrd="8" destOrd="0" presId="urn:microsoft.com/office/officeart/2005/8/layout/vList2"/>
    <dgm:cxn modelId="{D1963629-03E3-4665-9CB8-9A0172F1DE81}" type="presParOf" srcId="{CF7B6FD0-F4A4-4E39-9085-72192BCE682C}" destId="{8B6D75BE-F277-4967-B52C-9FE6844F7414}" srcOrd="9" destOrd="0" presId="urn:microsoft.com/office/officeart/2005/8/layout/vList2"/>
    <dgm:cxn modelId="{71CEFF41-8B1E-4B88-992B-E2C4E388BDFC}" type="presParOf" srcId="{CF7B6FD0-F4A4-4E39-9085-72192BCE682C}" destId="{AC0C8768-4EE8-4CB2-9589-972A3194E5CC}" srcOrd="10" destOrd="0" presId="urn:microsoft.com/office/officeart/2005/8/layout/vList2"/>
    <dgm:cxn modelId="{02C5D99F-FAC5-4060-B87D-6BCC3579E663}" type="presParOf" srcId="{CF7B6FD0-F4A4-4E39-9085-72192BCE682C}" destId="{6FC064D8-F9FF-4212-8F7E-56A2E167E466}" srcOrd="11" destOrd="0" presId="urn:microsoft.com/office/officeart/2005/8/layout/vList2"/>
    <dgm:cxn modelId="{0F64B980-430D-4A08-8C2E-87DAB526F451}" type="presParOf" srcId="{CF7B6FD0-F4A4-4E39-9085-72192BCE682C}" destId="{F1D0866E-EE7E-4F1C-98E5-76A79FE9613A}" srcOrd="12" destOrd="0" presId="urn:microsoft.com/office/officeart/2005/8/layout/vList2"/>
    <dgm:cxn modelId="{1AF87D23-57CD-4CA2-B511-C6B46F4BA45D}" type="presParOf" srcId="{CF7B6FD0-F4A4-4E39-9085-72192BCE682C}" destId="{4700CB2D-73A4-49F7-AE9C-D327DF0F09C5}" srcOrd="13" destOrd="0" presId="urn:microsoft.com/office/officeart/2005/8/layout/vList2"/>
    <dgm:cxn modelId="{60695EB6-9EF9-4016-BF44-C3F011018747}" type="presParOf" srcId="{CF7B6FD0-F4A4-4E39-9085-72192BCE682C}" destId="{17C09A03-6974-4B8F-AAA4-A966AD55973B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14AF17-C025-4D68-96FD-07BA4ED2A1AA}">
      <dsp:nvSpPr>
        <dsp:cNvPr id="0" name=""/>
        <dsp:cNvSpPr/>
      </dsp:nvSpPr>
      <dsp:spPr>
        <a:xfrm>
          <a:off x="0" y="79154"/>
          <a:ext cx="6692813" cy="52767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200" kern="1200" dirty="0"/>
            <a:t>اهمیت استانداردسازی در دیاگرام شبکه</a:t>
          </a:r>
          <a:endParaRPr lang="en-US" sz="2200" kern="1200" dirty="0"/>
        </a:p>
      </dsp:txBody>
      <dsp:txXfrm>
        <a:off x="25759" y="104913"/>
        <a:ext cx="6641295" cy="476152"/>
      </dsp:txXfrm>
    </dsp:sp>
    <dsp:sp modelId="{B506482F-B90F-4973-A960-703BFCCA3438}">
      <dsp:nvSpPr>
        <dsp:cNvPr id="0" name=""/>
        <dsp:cNvSpPr/>
      </dsp:nvSpPr>
      <dsp:spPr>
        <a:xfrm>
          <a:off x="0" y="670184"/>
          <a:ext cx="6692813" cy="527670"/>
        </a:xfrm>
        <a:prstGeom prst="roundRect">
          <a:avLst/>
        </a:prstGeom>
        <a:gradFill rotWithShape="0">
          <a:gsLst>
            <a:gs pos="0">
              <a:schemeClr val="accent2">
                <a:hueOff val="-387493"/>
                <a:satOff val="-237"/>
                <a:lumOff val="924"/>
                <a:alphaOff val="0"/>
                <a:tint val="96000"/>
                <a:lumMod val="100000"/>
              </a:schemeClr>
            </a:gs>
            <a:gs pos="78000">
              <a:schemeClr val="accent2">
                <a:hueOff val="-387493"/>
                <a:satOff val="-237"/>
                <a:lumOff val="924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s-AF" sz="2200" kern="1200" dirty="0"/>
            <a:t>بهترین روش‌ها در طراحی</a:t>
          </a:r>
          <a:r>
            <a:rPr lang="prs-AF" sz="2200" kern="1200" dirty="0"/>
            <a:t> و دیزاین</a:t>
          </a:r>
          <a:r>
            <a:rPr lang="ps-AF" sz="2200" kern="1200" dirty="0"/>
            <a:t> دیاگرام شبکه</a:t>
          </a:r>
          <a:endParaRPr lang="en-US" sz="2200" kern="1200" dirty="0"/>
        </a:p>
      </dsp:txBody>
      <dsp:txXfrm>
        <a:off x="25759" y="695943"/>
        <a:ext cx="6641295" cy="476152"/>
      </dsp:txXfrm>
    </dsp:sp>
    <dsp:sp modelId="{708CEAA6-A1F0-4FFA-B88B-64B249BE0C44}">
      <dsp:nvSpPr>
        <dsp:cNvPr id="0" name=""/>
        <dsp:cNvSpPr/>
      </dsp:nvSpPr>
      <dsp:spPr>
        <a:xfrm>
          <a:off x="0" y="1261214"/>
          <a:ext cx="6692813" cy="527670"/>
        </a:xfrm>
        <a:prstGeom prst="roundRect">
          <a:avLst/>
        </a:prstGeom>
        <a:gradFill rotWithShape="0">
          <a:gsLst>
            <a:gs pos="0">
              <a:schemeClr val="accent2">
                <a:hueOff val="-774986"/>
                <a:satOff val="-473"/>
                <a:lumOff val="1849"/>
                <a:alphaOff val="0"/>
                <a:tint val="96000"/>
                <a:lumMod val="100000"/>
              </a:schemeClr>
            </a:gs>
            <a:gs pos="78000">
              <a:schemeClr val="accent2">
                <a:hueOff val="-774986"/>
                <a:satOff val="-473"/>
                <a:lumOff val="184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200" kern="1200" dirty="0"/>
            <a:t>مستندسازی و شناسنامه دیاگرام</a:t>
          </a:r>
          <a:endParaRPr lang="en-US" sz="2200" kern="1200" dirty="0"/>
        </a:p>
      </dsp:txBody>
      <dsp:txXfrm>
        <a:off x="25759" y="1286973"/>
        <a:ext cx="6641295" cy="476152"/>
      </dsp:txXfrm>
    </dsp:sp>
    <dsp:sp modelId="{F318F457-8393-4721-915E-B70AB9714523}">
      <dsp:nvSpPr>
        <dsp:cNvPr id="0" name=""/>
        <dsp:cNvSpPr/>
      </dsp:nvSpPr>
      <dsp:spPr>
        <a:xfrm>
          <a:off x="0" y="1852244"/>
          <a:ext cx="6692813" cy="527670"/>
        </a:xfrm>
        <a:prstGeom prst="roundRect">
          <a:avLst/>
        </a:prstGeom>
        <a:gradFill rotWithShape="0">
          <a:gsLst>
            <a:gs pos="0">
              <a:schemeClr val="accent2">
                <a:hueOff val="-1162479"/>
                <a:satOff val="-710"/>
                <a:lumOff val="2773"/>
                <a:alphaOff val="0"/>
                <a:tint val="96000"/>
                <a:lumMod val="100000"/>
              </a:schemeClr>
            </a:gs>
            <a:gs pos="78000">
              <a:schemeClr val="accent2">
                <a:hueOff val="-1162479"/>
                <a:satOff val="-710"/>
                <a:lumOff val="2773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200" kern="1200" dirty="0"/>
            <a:t>مدیریت نسخه‌ها و ثبت تغییرات</a:t>
          </a:r>
          <a:endParaRPr lang="en-US" sz="2200" kern="1200" dirty="0"/>
        </a:p>
      </dsp:txBody>
      <dsp:txXfrm>
        <a:off x="25759" y="1878003"/>
        <a:ext cx="6641295" cy="476152"/>
      </dsp:txXfrm>
    </dsp:sp>
    <dsp:sp modelId="{A776A599-E6CE-4138-B008-7471F9808946}">
      <dsp:nvSpPr>
        <dsp:cNvPr id="0" name=""/>
        <dsp:cNvSpPr/>
      </dsp:nvSpPr>
      <dsp:spPr>
        <a:xfrm>
          <a:off x="0" y="2443274"/>
          <a:ext cx="6692813" cy="527670"/>
        </a:xfrm>
        <a:prstGeom prst="roundRect">
          <a:avLst/>
        </a:prstGeom>
        <a:gradFill rotWithShape="0">
          <a:gsLst>
            <a:gs pos="0">
              <a:schemeClr val="accent2">
                <a:hueOff val="-1549972"/>
                <a:satOff val="-946"/>
                <a:lumOff val="3698"/>
                <a:alphaOff val="0"/>
                <a:tint val="96000"/>
                <a:lumMod val="100000"/>
              </a:schemeClr>
            </a:gs>
            <a:gs pos="78000">
              <a:schemeClr val="accent2">
                <a:hueOff val="-1549972"/>
                <a:satOff val="-946"/>
                <a:lumOff val="3698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200" kern="1200" dirty="0"/>
            <a:t>آماده‌</a:t>
          </a:r>
          <a:r>
            <a:rPr lang="ps-AF" sz="2200" kern="1200" dirty="0"/>
            <a:t> </a:t>
          </a:r>
          <a:r>
            <a:rPr lang="fa-IR" sz="2200" kern="1200" dirty="0"/>
            <a:t>سازی برای چاپ و اشتراک‌گذاری</a:t>
          </a:r>
          <a:endParaRPr lang="en-US" sz="2200" kern="1200" dirty="0"/>
        </a:p>
      </dsp:txBody>
      <dsp:txXfrm>
        <a:off x="25759" y="2469033"/>
        <a:ext cx="6641295" cy="476152"/>
      </dsp:txXfrm>
    </dsp:sp>
    <dsp:sp modelId="{AC0C8768-4EE8-4CB2-9589-972A3194E5CC}">
      <dsp:nvSpPr>
        <dsp:cNvPr id="0" name=""/>
        <dsp:cNvSpPr/>
      </dsp:nvSpPr>
      <dsp:spPr>
        <a:xfrm>
          <a:off x="0" y="3034305"/>
          <a:ext cx="6692813" cy="527670"/>
        </a:xfrm>
        <a:prstGeom prst="roundRect">
          <a:avLst/>
        </a:prstGeom>
        <a:gradFill rotWithShape="0">
          <a:gsLst>
            <a:gs pos="0">
              <a:schemeClr val="accent2">
                <a:hueOff val="-1937465"/>
                <a:satOff val="-1183"/>
                <a:lumOff val="4622"/>
                <a:alphaOff val="0"/>
                <a:tint val="96000"/>
                <a:lumMod val="100000"/>
              </a:schemeClr>
            </a:gs>
            <a:gs pos="78000">
              <a:schemeClr val="accent2">
                <a:hueOff val="-1937465"/>
                <a:satOff val="-1183"/>
                <a:lumOff val="4622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200" kern="1200" dirty="0"/>
            <a:t>چک</a:t>
          </a:r>
          <a:r>
            <a:rPr lang="ps-AF" sz="2200" kern="1200" dirty="0"/>
            <a:t> </a:t>
          </a:r>
          <a:r>
            <a:rPr lang="fa-IR" sz="2200" kern="1200" dirty="0"/>
            <a:t>‌لیست کنترل کیفیت دیاگرام</a:t>
          </a:r>
          <a:endParaRPr lang="en-US" sz="2200" kern="1200" dirty="0"/>
        </a:p>
      </dsp:txBody>
      <dsp:txXfrm>
        <a:off x="25759" y="3060064"/>
        <a:ext cx="6641295" cy="476152"/>
      </dsp:txXfrm>
    </dsp:sp>
    <dsp:sp modelId="{F1D0866E-EE7E-4F1C-98E5-76A79FE9613A}">
      <dsp:nvSpPr>
        <dsp:cNvPr id="0" name=""/>
        <dsp:cNvSpPr/>
      </dsp:nvSpPr>
      <dsp:spPr>
        <a:xfrm>
          <a:off x="0" y="3625335"/>
          <a:ext cx="6692813" cy="527670"/>
        </a:xfrm>
        <a:prstGeom prst="roundRect">
          <a:avLst/>
        </a:prstGeom>
        <a:gradFill rotWithShape="0">
          <a:gsLst>
            <a:gs pos="0">
              <a:schemeClr val="accent2">
                <a:hueOff val="-2324957"/>
                <a:satOff val="-1419"/>
                <a:lumOff val="5547"/>
                <a:alphaOff val="0"/>
                <a:tint val="96000"/>
                <a:lumMod val="100000"/>
              </a:schemeClr>
            </a:gs>
            <a:gs pos="78000">
              <a:schemeClr val="accent2">
                <a:hueOff val="-2324957"/>
                <a:satOff val="-1419"/>
                <a:lumOff val="554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s-AF" sz="2200" kern="1200" dirty="0"/>
            <a:t>کار عملی </a:t>
          </a:r>
          <a:endParaRPr lang="en-US" sz="2200" kern="1200" dirty="0"/>
        </a:p>
      </dsp:txBody>
      <dsp:txXfrm>
        <a:off x="25759" y="3651094"/>
        <a:ext cx="6641295" cy="476152"/>
      </dsp:txXfrm>
    </dsp:sp>
    <dsp:sp modelId="{17C09A03-6974-4B8F-AAA4-A966AD55973B}">
      <dsp:nvSpPr>
        <dsp:cNvPr id="0" name=""/>
        <dsp:cNvSpPr/>
      </dsp:nvSpPr>
      <dsp:spPr>
        <a:xfrm>
          <a:off x="0" y="4216365"/>
          <a:ext cx="6692813" cy="527670"/>
        </a:xfrm>
        <a:prstGeom prst="roundRect">
          <a:avLst/>
        </a:prstGeom>
        <a:gradFill rotWithShape="0">
          <a:gsLst>
            <a:gs pos="0">
              <a:schemeClr val="accent2">
                <a:hueOff val="-2712450"/>
                <a:satOff val="-1656"/>
                <a:lumOff val="6471"/>
                <a:alphaOff val="0"/>
                <a:tint val="96000"/>
                <a:lumMod val="100000"/>
              </a:schemeClr>
            </a:gs>
            <a:gs pos="78000">
              <a:schemeClr val="accent2">
                <a:hueOff val="-2712450"/>
                <a:satOff val="-1656"/>
                <a:lumOff val="6471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200" kern="1200" dirty="0"/>
            <a:t>پرسش و پاسخ</a:t>
          </a:r>
          <a:endParaRPr lang="en-US" sz="2200" kern="1200" dirty="0"/>
        </a:p>
      </dsp:txBody>
      <dsp:txXfrm>
        <a:off x="25759" y="4242124"/>
        <a:ext cx="6641295" cy="4761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253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10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5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812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807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751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727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253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8/9/2025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589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484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39926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8466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1277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5293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722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53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188E37-BF69-4CAF-96A1-1C16A9D83FA0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655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57D13-2511-8840-07F8-462B6BC743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9990" y="1793584"/>
            <a:ext cx="8707946" cy="1646302"/>
          </a:xfrm>
        </p:spPr>
        <p:txBody>
          <a:bodyPr/>
          <a:lstStyle/>
          <a:p>
            <a:br>
              <a:rPr lang="en-US" b="1" dirty="0">
                <a:latin typeface="Bahij Nazanin" panose="02040703060201020203" pitchFamily="18" charset="-78"/>
                <a:cs typeface="Bahij Nazanin" panose="02040703060201020203" pitchFamily="18" charset="-78"/>
              </a:rPr>
            </a:br>
            <a:r>
              <a:rPr lang="fa-IR" b="1" dirty="0">
                <a:latin typeface="Bahij Nazanin" panose="02040703060201020203" pitchFamily="18" charset="-78"/>
                <a:cs typeface="Bahij Nazanin" panose="02040703060201020203" pitchFamily="18" charset="-78"/>
              </a:rPr>
              <a:t>آموزش</a:t>
            </a:r>
            <a:r>
              <a:rPr lang="ps-AF" b="1" dirty="0">
                <a:latin typeface="Bahij Nazanin" panose="02040703060201020203" pitchFamily="18" charset="-78"/>
                <a:cs typeface="Bahij Nazanin" panose="02040703060201020203" pitchFamily="18" charset="-78"/>
              </a:rPr>
              <a:t> برنامه</a:t>
            </a:r>
            <a:r>
              <a:rPr lang="fa-IR" b="1" dirty="0">
                <a:latin typeface="Bahij Nazanin" panose="02040703060201020203" pitchFamily="18" charset="-78"/>
                <a:cs typeface="Bahij Nazanin" panose="02040703060201020203" pitchFamily="18" charset="-78"/>
              </a:rPr>
              <a:t> مایکروسافت ویزیو</a:t>
            </a:r>
            <a:endParaRPr lang="en-US" b="1" dirty="0">
              <a:latin typeface="Bahij Nazanin" panose="02040703060201020203" pitchFamily="18" charset="-78"/>
              <a:cs typeface="Bahij Nazanin" panose="02040703060201020203" pitchFamily="18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869445-F72A-0881-3CFB-90EA396BA2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3626290"/>
            <a:ext cx="7766936" cy="2230224"/>
          </a:xfrm>
        </p:spPr>
        <p:txBody>
          <a:bodyPr>
            <a:normAutofit/>
          </a:bodyPr>
          <a:lstStyle/>
          <a:p>
            <a:r>
              <a:rPr lang="fa-IR" sz="2000" b="1" dirty="0">
                <a:latin typeface="Bahij Nazanin" panose="02040703060201020203" pitchFamily="18" charset="-78"/>
                <a:cs typeface="Bahij Nazanin" panose="02040703060201020203" pitchFamily="18" charset="-78"/>
              </a:rPr>
              <a:t>راهنمای کاربردی برای طراحی </a:t>
            </a:r>
            <a:r>
              <a:rPr lang="ps-AF" sz="2000" b="1" dirty="0">
                <a:latin typeface="Bahij Nazanin" panose="02040703060201020203" pitchFamily="18" charset="-78"/>
                <a:cs typeface="Bahij Nazanin" panose="02040703060201020203" pitchFamily="18" charset="-78"/>
              </a:rPr>
              <a:t>دیا</a:t>
            </a:r>
            <a:r>
              <a:rPr lang="prs-AF" sz="2000" b="1" dirty="0">
                <a:latin typeface="Bahij Nazanin" panose="02040703060201020203" pitchFamily="18" charset="-78"/>
                <a:cs typeface="Bahij Nazanin" panose="02040703060201020203" pitchFamily="18" charset="-78"/>
              </a:rPr>
              <a:t>گرام ها</a:t>
            </a:r>
            <a:r>
              <a:rPr lang="fa-IR" sz="2000" b="1" dirty="0">
                <a:latin typeface="Bahij Nazanin" panose="02040703060201020203" pitchFamily="18" charset="-78"/>
                <a:cs typeface="Bahij Nazanin" panose="02040703060201020203" pitchFamily="18" charset="-78"/>
              </a:rPr>
              <a:t> و فلوچارت‌ها</a:t>
            </a:r>
            <a:br>
              <a:rPr lang="prs-AF" sz="2000" b="1" dirty="0">
                <a:latin typeface="Bahij Nazanin" panose="02040703060201020203" pitchFamily="18" charset="-78"/>
                <a:cs typeface="Bahij Nazanin" panose="02040703060201020203" pitchFamily="18" charset="-78"/>
              </a:rPr>
            </a:br>
            <a:br>
              <a:rPr lang="prs-AF" b="1" dirty="0">
                <a:latin typeface="Bahij Nazanin" panose="02040703060201020203" pitchFamily="18" charset="-78"/>
                <a:cs typeface="Bahij Nazanin" panose="02040703060201020203" pitchFamily="18" charset="-78"/>
              </a:rPr>
            </a:br>
            <a:endParaRPr lang="prs-AF" b="1" dirty="0">
              <a:latin typeface="Bahij Nazanin" panose="02040703060201020203" pitchFamily="18" charset="-78"/>
              <a:cs typeface="Bahij Nazanin" panose="02040703060201020203" pitchFamily="18" charset="-78"/>
            </a:endParaRPr>
          </a:p>
          <a:p>
            <a:pPr>
              <a:lnSpc>
                <a:spcPct val="160000"/>
              </a:lnSpc>
            </a:pPr>
            <a:r>
              <a:rPr lang="fa-IR" sz="2000" b="1" dirty="0">
                <a:latin typeface="Bahij Nazanin" panose="02040703060201020203" pitchFamily="18" charset="-78"/>
                <a:cs typeface="Bahij Nazanin" panose="02040703060201020203" pitchFamily="18" charset="-78"/>
              </a:rPr>
              <a:t>تاریخ: </a:t>
            </a:r>
            <a:r>
              <a:rPr lang="ps-AF" sz="2000" dirty="0">
                <a:latin typeface="Bahij Nazanin" panose="02040703060201020203" pitchFamily="18" charset="-78"/>
                <a:cs typeface="Bahij Nazanin" panose="02040703060201020203" pitchFamily="18" charset="-78"/>
              </a:rPr>
              <a:t>۱۱-۹</a:t>
            </a:r>
            <a:r>
              <a:rPr lang="fa-IR" sz="2000" dirty="0">
                <a:latin typeface="Bahij Nazanin" panose="02040703060201020203" pitchFamily="18" charset="-78"/>
                <a:cs typeface="Bahij Nazanin" panose="02040703060201020203" pitchFamily="18" charset="-78"/>
              </a:rPr>
              <a:t> </a:t>
            </a:r>
            <a:r>
              <a:rPr lang="prs-AF" sz="2000" dirty="0">
                <a:latin typeface="Bahij Nazanin" panose="02040703060201020203" pitchFamily="18" charset="-78"/>
                <a:cs typeface="Bahij Nazanin" panose="02040703060201020203" pitchFamily="18" charset="-78"/>
              </a:rPr>
              <a:t>اگست</a:t>
            </a:r>
            <a:r>
              <a:rPr lang="fa-IR" sz="2000" dirty="0">
                <a:latin typeface="Bahij Nazanin" panose="02040703060201020203" pitchFamily="18" charset="-78"/>
                <a:cs typeface="Bahij Nazanin" panose="02040703060201020203" pitchFamily="18" charset="-78"/>
              </a:rPr>
              <a:t> ۲۰۲۵</a:t>
            </a:r>
            <a:br>
              <a:rPr lang="fa-IR" sz="2000" dirty="0">
                <a:latin typeface="Bahij Nazanin" panose="02040703060201020203" pitchFamily="18" charset="-78"/>
                <a:cs typeface="Bahij Nazanin" panose="02040703060201020203" pitchFamily="18" charset="-78"/>
              </a:rPr>
            </a:br>
            <a:r>
              <a:rPr lang="fa-IR" sz="2000" b="1" dirty="0">
                <a:latin typeface="Bahij Nazanin" panose="02040703060201020203" pitchFamily="18" charset="-78"/>
                <a:cs typeface="Bahij Nazanin" panose="02040703060201020203" pitchFamily="18" charset="-78"/>
              </a:rPr>
              <a:t>ارائه</a:t>
            </a:r>
            <a:r>
              <a:rPr lang="ps-AF" sz="2000" b="1" dirty="0">
                <a:latin typeface="Bahij Nazanin" panose="02040703060201020203" pitchFamily="18" charset="-78"/>
                <a:cs typeface="Bahij Nazanin" panose="02040703060201020203" pitchFamily="18" charset="-78"/>
              </a:rPr>
              <a:t> </a:t>
            </a:r>
            <a:r>
              <a:rPr lang="fa-IR" sz="2000" b="1" dirty="0">
                <a:latin typeface="Bahij Nazanin" panose="02040703060201020203" pitchFamily="18" charset="-78"/>
                <a:cs typeface="Bahij Nazanin" panose="02040703060201020203" pitchFamily="18" charset="-78"/>
              </a:rPr>
              <a:t>‌دهنده:</a:t>
            </a:r>
            <a:r>
              <a:rPr lang="prs-AF" sz="2000" b="1" dirty="0">
                <a:latin typeface="Bahij Nazanin" panose="02040703060201020203" pitchFamily="18" charset="-78"/>
                <a:cs typeface="Bahij Nazanin" panose="02040703060201020203" pitchFamily="18" charset="-78"/>
              </a:rPr>
              <a:t> </a:t>
            </a:r>
            <a:r>
              <a:rPr lang="prs-AF" sz="2000" dirty="0">
                <a:latin typeface="Bahij Nazanin" panose="02040703060201020203" pitchFamily="18" charset="-78"/>
                <a:cs typeface="Bahij Nazanin" panose="02040703060201020203" pitchFamily="18" charset="-78"/>
              </a:rPr>
              <a:t>احمد میلاد کاک</a:t>
            </a:r>
            <a:r>
              <a:rPr lang="ps-AF" sz="2000" dirty="0">
                <a:latin typeface="Bahij Nazanin" panose="02040703060201020203" pitchFamily="18" charset="-78"/>
                <a:cs typeface="Bahij Nazanin" panose="02040703060201020203" pitchFamily="18" charset="-78"/>
              </a:rPr>
              <a:t>ړ</a:t>
            </a:r>
            <a:endParaRPr lang="fa-IR" sz="2000" dirty="0">
              <a:latin typeface="Bahij Nazanin" panose="02040703060201020203" pitchFamily="18" charset="-78"/>
              <a:cs typeface="Bahij Nazanin" panose="02040703060201020203" pitchFamily="18" charset="-78"/>
            </a:endParaRPr>
          </a:p>
          <a:p>
            <a:endParaRPr lang="en-US" dirty="0">
              <a:latin typeface="Bahij Nazanin" panose="02040703060201020203" pitchFamily="18" charset="-78"/>
              <a:cs typeface="Bahij Nazanin" panose="02040703060201020203" pitchFamily="18" charset="-78"/>
            </a:endParaRPr>
          </a:p>
        </p:txBody>
      </p:sp>
      <p:pic>
        <p:nvPicPr>
          <p:cNvPr id="4" name="Image 1">
            <a:extLst>
              <a:ext uri="{FF2B5EF4-FFF2-40B4-BE49-F238E27FC236}">
                <a16:creationId xmlns:a16="http://schemas.microsoft.com/office/drawing/2014/main" id="{78EEC219-9264-64AA-0246-B04599FF3BA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395" y="696685"/>
            <a:ext cx="2136776" cy="1295401"/>
          </a:xfrm>
          <a:prstGeom prst="rect">
            <a:avLst/>
          </a:prstGeom>
        </p:spPr>
      </p:pic>
      <p:pic>
        <p:nvPicPr>
          <p:cNvPr id="5" name="Image 1">
            <a:extLst>
              <a:ext uri="{FF2B5EF4-FFF2-40B4-BE49-F238E27FC236}">
                <a16:creationId xmlns:a16="http://schemas.microsoft.com/office/drawing/2014/main" id="{195AA7B5-7AB9-DE49-FAAA-E131CE6C427D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77000" y="1197429"/>
            <a:ext cx="2577419" cy="79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40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3E5ED-F223-1E6F-C4C8-655339221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855" y="2068286"/>
            <a:ext cx="8288032" cy="1774371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ps-AF" sz="9600" b="1" dirty="0">
                <a:latin typeface="Bahij Nazanin" panose="02040703060201020203" pitchFamily="18" charset="-78"/>
                <a:cs typeface="Bahij Nazanin" panose="02040703060201020203" pitchFamily="18" charset="-78"/>
              </a:rPr>
              <a:t>روز ۵</a:t>
            </a:r>
            <a:endParaRPr lang="en-US" sz="9600" b="1" dirty="0">
              <a:latin typeface="Bahij Nazanin" panose="02040703060201020203" pitchFamily="18" charset="-78"/>
              <a:cs typeface="Bahij Nazanin" panose="0204070306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66229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5AA8A5-25CC-4295-892F-367FCDAF2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DD65AA-8280-4962-92F3-DF1CB5334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9068" y="-8467"/>
            <a:ext cx="4766733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8942788-FC6D-44C2-BFC1-6F064710DA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1093AC6-E5C2-4894-A520-5BE11049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F2EF9281-EAD8-4973-938C-52DECCD0F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F4D52681-7A79-4750-8E02-7C30DBAFE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F132E88E-8003-49D3-88BD-E18DF6965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8C986A99-157C-40D0-97AD-371B6F55E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264123D5-6D32-4F54-BAD5-43A5BAF6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FCA8C06-6A3E-4C39-9EF2-1179873319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3F93416A-6C44-4D77-A94A-DEBC035EA6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B1266CF-7F5A-A203-3EFA-B3AC2C5A7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pPr rtl="1"/>
            <a:r>
              <a:rPr lang="fa-IR" sz="4400" dirty="0">
                <a:solidFill>
                  <a:schemeClr val="accent1">
                    <a:lumMod val="75000"/>
                  </a:schemeClr>
                </a:solidFill>
              </a:rPr>
              <a:t>اجندای روز </a:t>
            </a:r>
            <a:r>
              <a:rPr lang="ps-AF" sz="4400" dirty="0">
                <a:solidFill>
                  <a:schemeClr val="accent1">
                    <a:lumMod val="75000"/>
                  </a:schemeClr>
                </a:solidFill>
              </a:rPr>
              <a:t>پنجم</a:t>
            </a:r>
            <a:r>
              <a:rPr lang="fa-IR" sz="4400" dirty="0">
                <a:solidFill>
                  <a:schemeClr val="accent1">
                    <a:lumMod val="75000"/>
                  </a:schemeClr>
                </a:solidFill>
              </a:rPr>
              <a:t> برنامه آموزشی</a:t>
            </a:r>
            <a:br>
              <a:rPr lang="ps-AF" sz="44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fa-IR" sz="4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Microsoft Visio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C6BC13-FB1E-48CC-B421-3D0603972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42625" y="0"/>
            <a:ext cx="644937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86A07A9-6BD2-172F-0CFE-463D01EE52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0560004"/>
              </p:ext>
            </p:extLst>
          </p:nvPr>
        </p:nvGraphicFramePr>
        <p:xfrm>
          <a:off x="4852543" y="944564"/>
          <a:ext cx="6692814" cy="4823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36291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15182CB-49B3-4BFD-B09A-7E1C856D3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42047"/>
            <a:ext cx="8596312" cy="708212"/>
          </a:xfrm>
        </p:spPr>
        <p:txBody>
          <a:bodyPr/>
          <a:lstStyle/>
          <a:p>
            <a:pPr algn="ctr" eaLnBrk="1" hangingPunct="1"/>
            <a:r>
              <a:rPr lang="fa-IR" b="1" dirty="0"/>
              <a:t>مقررات آموزش</a:t>
            </a:r>
            <a:endParaRPr lang="en-US" b="1" dirty="0"/>
          </a:p>
        </p:txBody>
      </p:sp>
      <p:grpSp>
        <p:nvGrpSpPr>
          <p:cNvPr id="7" name="Group 142">
            <a:extLst>
              <a:ext uri="{FF2B5EF4-FFF2-40B4-BE49-F238E27FC236}">
                <a16:creationId xmlns:a16="http://schemas.microsoft.com/office/drawing/2014/main" id="{984A9C4A-FDCF-47AC-BBBC-A91F282AE252}"/>
              </a:ext>
            </a:extLst>
          </p:cNvPr>
          <p:cNvGrpSpPr/>
          <p:nvPr/>
        </p:nvGrpSpPr>
        <p:grpSpPr bwMode="auto">
          <a:xfrm>
            <a:off x="7294468" y="3848393"/>
            <a:ext cx="1561763" cy="1389025"/>
            <a:chOff x="7313613" y="1139825"/>
            <a:chExt cx="1036" cy="1486"/>
          </a:xfrm>
        </p:grpSpPr>
        <p:pic>
          <p:nvPicPr>
            <p:cNvPr id="8" name="Picture 7" descr="ALW00086">
              <a:extLst>
                <a:ext uri="{FF2B5EF4-FFF2-40B4-BE49-F238E27FC236}">
                  <a16:creationId xmlns:a16="http://schemas.microsoft.com/office/drawing/2014/main" id="{A471AE00-0853-4226-A6C6-14B7439644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313613" y="1139825"/>
              <a:ext cx="1036" cy="14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2EB95A8B-1F72-4D49-A6D4-168337A43909}"/>
                </a:ext>
              </a:extLst>
            </p:cNvPr>
            <p:cNvSpPr>
              <a:spLocks/>
            </p:cNvSpPr>
            <p:nvPr/>
          </p:nvSpPr>
          <p:spPr bwMode="auto">
            <a:xfrm rot="4453325">
              <a:off x="7314010" y="1140528"/>
              <a:ext cx="361" cy="676"/>
            </a:xfrm>
            <a:custGeom>
              <a:avLst/>
              <a:gdLst>
                <a:gd name="T0" fmla="*/ 2 w 769"/>
                <a:gd name="T1" fmla="*/ 183 h 951"/>
                <a:gd name="T2" fmla="*/ 5 w 769"/>
                <a:gd name="T3" fmla="*/ 156 h 951"/>
                <a:gd name="T4" fmla="*/ 8 w 769"/>
                <a:gd name="T5" fmla="*/ 130 h 951"/>
                <a:gd name="T6" fmla="*/ 11 w 769"/>
                <a:gd name="T7" fmla="*/ 108 h 951"/>
                <a:gd name="T8" fmla="*/ 15 w 769"/>
                <a:gd name="T9" fmla="*/ 87 h 951"/>
                <a:gd name="T10" fmla="*/ 18 w 769"/>
                <a:gd name="T11" fmla="*/ 70 h 951"/>
                <a:gd name="T12" fmla="*/ 21 w 769"/>
                <a:gd name="T13" fmla="*/ 54 h 951"/>
                <a:gd name="T14" fmla="*/ 23 w 769"/>
                <a:gd name="T15" fmla="*/ 41 h 951"/>
                <a:gd name="T16" fmla="*/ 26 w 769"/>
                <a:gd name="T17" fmla="*/ 29 h 951"/>
                <a:gd name="T18" fmla="*/ 28 w 769"/>
                <a:gd name="T19" fmla="*/ 21 h 951"/>
                <a:gd name="T20" fmla="*/ 30 w 769"/>
                <a:gd name="T21" fmla="*/ 14 h 951"/>
                <a:gd name="T22" fmla="*/ 31 w 769"/>
                <a:gd name="T23" fmla="*/ 9 h 951"/>
                <a:gd name="T24" fmla="*/ 32 w 769"/>
                <a:gd name="T25" fmla="*/ 6 h 951"/>
                <a:gd name="T26" fmla="*/ 34 w 769"/>
                <a:gd name="T27" fmla="*/ 3 h 951"/>
                <a:gd name="T28" fmla="*/ 35 w 769"/>
                <a:gd name="T29" fmla="*/ 1 h 951"/>
                <a:gd name="T30" fmla="*/ 36 w 769"/>
                <a:gd name="T31" fmla="*/ 0 h 951"/>
                <a:gd name="T32" fmla="*/ 36 w 769"/>
                <a:gd name="T33" fmla="*/ 0 h 951"/>
                <a:gd name="T34" fmla="*/ 37 w 769"/>
                <a:gd name="T35" fmla="*/ 1 h 951"/>
                <a:gd name="T36" fmla="*/ 37 w 769"/>
                <a:gd name="T37" fmla="*/ 1 h 951"/>
                <a:gd name="T38" fmla="*/ 37 w 769"/>
                <a:gd name="T39" fmla="*/ 3 h 951"/>
                <a:gd name="T40" fmla="*/ 37 w 769"/>
                <a:gd name="T41" fmla="*/ 6 h 951"/>
                <a:gd name="T42" fmla="*/ 37 w 769"/>
                <a:gd name="T43" fmla="*/ 8 h 951"/>
                <a:gd name="T44" fmla="*/ 37 w 769"/>
                <a:gd name="T45" fmla="*/ 11 h 951"/>
                <a:gd name="T46" fmla="*/ 37 w 769"/>
                <a:gd name="T47" fmla="*/ 12 h 951"/>
                <a:gd name="T48" fmla="*/ 37 w 769"/>
                <a:gd name="T49" fmla="*/ 14 h 951"/>
                <a:gd name="T50" fmla="*/ 36 w 769"/>
                <a:gd name="T51" fmla="*/ 16 h 951"/>
                <a:gd name="T52" fmla="*/ 36 w 769"/>
                <a:gd name="T53" fmla="*/ 16 h 951"/>
                <a:gd name="T54" fmla="*/ 35 w 769"/>
                <a:gd name="T55" fmla="*/ 18 h 951"/>
                <a:gd name="T56" fmla="*/ 35 w 769"/>
                <a:gd name="T57" fmla="*/ 18 h 951"/>
                <a:gd name="T58" fmla="*/ 35 w 769"/>
                <a:gd name="T59" fmla="*/ 19 h 951"/>
                <a:gd name="T60" fmla="*/ 35 w 769"/>
                <a:gd name="T61" fmla="*/ 19 h 951"/>
                <a:gd name="T62" fmla="*/ 31 w 769"/>
                <a:gd name="T63" fmla="*/ 31 h 951"/>
                <a:gd name="T64" fmla="*/ 28 w 769"/>
                <a:gd name="T65" fmla="*/ 48 h 951"/>
                <a:gd name="T66" fmla="*/ 24 w 769"/>
                <a:gd name="T67" fmla="*/ 68 h 951"/>
                <a:gd name="T68" fmla="*/ 21 w 769"/>
                <a:gd name="T69" fmla="*/ 92 h 951"/>
                <a:gd name="T70" fmla="*/ 18 w 769"/>
                <a:gd name="T71" fmla="*/ 116 h 951"/>
                <a:gd name="T72" fmla="*/ 15 w 769"/>
                <a:gd name="T73" fmla="*/ 141 h 951"/>
                <a:gd name="T74" fmla="*/ 13 w 769"/>
                <a:gd name="T75" fmla="*/ 165 h 951"/>
                <a:gd name="T76" fmla="*/ 11 w 769"/>
                <a:gd name="T77" fmla="*/ 186 h 951"/>
                <a:gd name="T78" fmla="*/ 9 w 769"/>
                <a:gd name="T79" fmla="*/ 205 h 951"/>
                <a:gd name="T80" fmla="*/ 8 w 769"/>
                <a:gd name="T81" fmla="*/ 220 h 951"/>
                <a:gd name="T82" fmla="*/ 7 w 769"/>
                <a:gd name="T83" fmla="*/ 229 h 951"/>
                <a:gd name="T84" fmla="*/ 7 w 769"/>
                <a:gd name="T85" fmla="*/ 235 h 951"/>
                <a:gd name="T86" fmla="*/ 6 w 769"/>
                <a:gd name="T87" fmla="*/ 240 h 951"/>
                <a:gd name="T88" fmla="*/ 5 w 769"/>
                <a:gd name="T89" fmla="*/ 242 h 951"/>
                <a:gd name="T90" fmla="*/ 4 w 769"/>
                <a:gd name="T91" fmla="*/ 243 h 951"/>
                <a:gd name="T92" fmla="*/ 3 w 769"/>
                <a:gd name="T93" fmla="*/ 242 h 951"/>
                <a:gd name="T94" fmla="*/ 2 w 769"/>
                <a:gd name="T95" fmla="*/ 241 h 951"/>
                <a:gd name="T96" fmla="*/ 2 w 769"/>
                <a:gd name="T97" fmla="*/ 240 h 951"/>
                <a:gd name="T98" fmla="*/ 1 w 769"/>
                <a:gd name="T99" fmla="*/ 239 h 951"/>
                <a:gd name="T100" fmla="*/ 1 w 769"/>
                <a:gd name="T101" fmla="*/ 238 h 951"/>
                <a:gd name="T102" fmla="*/ 1 w 769"/>
                <a:gd name="T103" fmla="*/ 238 h 951"/>
                <a:gd name="T104" fmla="*/ 1 w 769"/>
                <a:gd name="T105" fmla="*/ 237 h 951"/>
                <a:gd name="T106" fmla="*/ 0 w 769"/>
                <a:gd name="T107" fmla="*/ 235 h 951"/>
                <a:gd name="T108" fmla="*/ 0 w 769"/>
                <a:gd name="T109" fmla="*/ 232 h 951"/>
                <a:gd name="T110" fmla="*/ 0 w 769"/>
                <a:gd name="T111" fmla="*/ 227 h 951"/>
                <a:gd name="T112" fmla="*/ 0 w 769"/>
                <a:gd name="T113" fmla="*/ 222 h 951"/>
                <a:gd name="T114" fmla="*/ 0 w 769"/>
                <a:gd name="T115" fmla="*/ 215 h 951"/>
                <a:gd name="T116" fmla="*/ 0 w 769"/>
                <a:gd name="T117" fmla="*/ 205 h 951"/>
                <a:gd name="T118" fmla="*/ 1 w 769"/>
                <a:gd name="T119" fmla="*/ 195 h 951"/>
                <a:gd name="T120" fmla="*/ 2 w 769"/>
                <a:gd name="T121" fmla="*/ 183 h 951"/>
                <a:gd name="T122" fmla="*/ 2 w 769"/>
                <a:gd name="T123" fmla="*/ 183 h 951"/>
                <a:gd name="T124" fmla="*/ 2 w 769"/>
                <a:gd name="T125" fmla="*/ 183 h 951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769"/>
                <a:gd name="T190" fmla="*/ 0 h 951"/>
                <a:gd name="T191" fmla="*/ 769 w 769"/>
                <a:gd name="T192" fmla="*/ 951 h 951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769" h="951">
                  <a:moveTo>
                    <a:pt x="41" y="715"/>
                  </a:moveTo>
                  <a:lnTo>
                    <a:pt x="103" y="610"/>
                  </a:lnTo>
                  <a:lnTo>
                    <a:pt x="169" y="511"/>
                  </a:lnTo>
                  <a:lnTo>
                    <a:pt x="233" y="423"/>
                  </a:lnTo>
                  <a:lnTo>
                    <a:pt x="299" y="343"/>
                  </a:lnTo>
                  <a:lnTo>
                    <a:pt x="362" y="273"/>
                  </a:lnTo>
                  <a:lnTo>
                    <a:pt x="424" y="211"/>
                  </a:lnTo>
                  <a:lnTo>
                    <a:pt x="480" y="157"/>
                  </a:lnTo>
                  <a:lnTo>
                    <a:pt x="532" y="114"/>
                  </a:lnTo>
                  <a:lnTo>
                    <a:pt x="577" y="80"/>
                  </a:lnTo>
                  <a:lnTo>
                    <a:pt x="614" y="55"/>
                  </a:lnTo>
                  <a:lnTo>
                    <a:pt x="644" y="37"/>
                  </a:lnTo>
                  <a:lnTo>
                    <a:pt x="671" y="23"/>
                  </a:lnTo>
                  <a:lnTo>
                    <a:pt x="693" y="13"/>
                  </a:lnTo>
                  <a:lnTo>
                    <a:pt x="713" y="4"/>
                  </a:lnTo>
                  <a:lnTo>
                    <a:pt x="729" y="0"/>
                  </a:lnTo>
                  <a:lnTo>
                    <a:pt x="743" y="0"/>
                  </a:lnTo>
                  <a:lnTo>
                    <a:pt x="752" y="2"/>
                  </a:lnTo>
                  <a:lnTo>
                    <a:pt x="761" y="6"/>
                  </a:lnTo>
                  <a:lnTo>
                    <a:pt x="765" y="13"/>
                  </a:lnTo>
                  <a:lnTo>
                    <a:pt x="769" y="21"/>
                  </a:lnTo>
                  <a:lnTo>
                    <a:pt x="769" y="31"/>
                  </a:lnTo>
                  <a:lnTo>
                    <a:pt x="765" y="41"/>
                  </a:lnTo>
                  <a:lnTo>
                    <a:pt x="759" y="48"/>
                  </a:lnTo>
                  <a:lnTo>
                    <a:pt x="752" y="55"/>
                  </a:lnTo>
                  <a:lnTo>
                    <a:pt x="744" y="62"/>
                  </a:lnTo>
                  <a:lnTo>
                    <a:pt x="736" y="66"/>
                  </a:lnTo>
                  <a:lnTo>
                    <a:pt x="727" y="70"/>
                  </a:lnTo>
                  <a:lnTo>
                    <a:pt x="722" y="73"/>
                  </a:lnTo>
                  <a:lnTo>
                    <a:pt x="716" y="75"/>
                  </a:lnTo>
                  <a:lnTo>
                    <a:pt x="715" y="76"/>
                  </a:lnTo>
                  <a:lnTo>
                    <a:pt x="639" y="121"/>
                  </a:lnTo>
                  <a:lnTo>
                    <a:pt x="566" y="187"/>
                  </a:lnTo>
                  <a:lnTo>
                    <a:pt x="496" y="267"/>
                  </a:lnTo>
                  <a:lnTo>
                    <a:pt x="430" y="358"/>
                  </a:lnTo>
                  <a:lnTo>
                    <a:pt x="369" y="454"/>
                  </a:lnTo>
                  <a:lnTo>
                    <a:pt x="313" y="552"/>
                  </a:lnTo>
                  <a:lnTo>
                    <a:pt x="265" y="645"/>
                  </a:lnTo>
                  <a:lnTo>
                    <a:pt x="225" y="730"/>
                  </a:lnTo>
                  <a:lnTo>
                    <a:pt x="193" y="803"/>
                  </a:lnTo>
                  <a:lnTo>
                    <a:pt x="169" y="858"/>
                  </a:lnTo>
                  <a:lnTo>
                    <a:pt x="150" y="896"/>
                  </a:lnTo>
                  <a:lnTo>
                    <a:pt x="131" y="923"/>
                  </a:lnTo>
                  <a:lnTo>
                    <a:pt x="113" y="940"/>
                  </a:lnTo>
                  <a:lnTo>
                    <a:pt x="93" y="948"/>
                  </a:lnTo>
                  <a:lnTo>
                    <a:pt x="76" y="951"/>
                  </a:lnTo>
                  <a:lnTo>
                    <a:pt x="61" y="948"/>
                  </a:lnTo>
                  <a:lnTo>
                    <a:pt x="47" y="944"/>
                  </a:lnTo>
                  <a:lnTo>
                    <a:pt x="37" y="938"/>
                  </a:lnTo>
                  <a:lnTo>
                    <a:pt x="30" y="934"/>
                  </a:lnTo>
                  <a:lnTo>
                    <a:pt x="28" y="931"/>
                  </a:lnTo>
                  <a:lnTo>
                    <a:pt x="26" y="931"/>
                  </a:lnTo>
                  <a:lnTo>
                    <a:pt x="21" y="927"/>
                  </a:lnTo>
                  <a:lnTo>
                    <a:pt x="14" y="918"/>
                  </a:lnTo>
                  <a:lnTo>
                    <a:pt x="9" y="907"/>
                  </a:lnTo>
                  <a:lnTo>
                    <a:pt x="3" y="890"/>
                  </a:lnTo>
                  <a:lnTo>
                    <a:pt x="0" y="869"/>
                  </a:lnTo>
                  <a:lnTo>
                    <a:pt x="2" y="841"/>
                  </a:lnTo>
                  <a:lnTo>
                    <a:pt x="7" y="806"/>
                  </a:lnTo>
                  <a:lnTo>
                    <a:pt x="20" y="765"/>
                  </a:lnTo>
                  <a:lnTo>
                    <a:pt x="41" y="716"/>
                  </a:lnTo>
                  <a:lnTo>
                    <a:pt x="41" y="715"/>
                  </a:lnTo>
                  <a:close/>
                </a:path>
              </a:pathLst>
            </a:custGeom>
            <a:solidFill>
              <a:srgbClr val="FF3300"/>
            </a:solidFill>
            <a:ln w="952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US" sz="1200">
                  <a:effectLst/>
                  <a:latin typeface="Times New Roman"/>
                  <a:ea typeface="Times New Roman"/>
                </a:rPr>
                <a:t> </a:t>
              </a:r>
            </a:p>
          </p:txBody>
        </p:sp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84F0A20A-B68E-49F7-9589-1E58BC5E791A}"/>
                </a:ext>
              </a:extLst>
            </p:cNvPr>
            <p:cNvSpPr>
              <a:spLocks/>
            </p:cNvSpPr>
            <p:nvPr/>
          </p:nvSpPr>
          <p:spPr bwMode="auto">
            <a:xfrm rot="4453325">
              <a:off x="7313947" y="1140501"/>
              <a:ext cx="441" cy="701"/>
            </a:xfrm>
            <a:custGeom>
              <a:avLst/>
              <a:gdLst>
                <a:gd name="T0" fmla="*/ 21 w 825"/>
                <a:gd name="T1" fmla="*/ 14 h 1222"/>
                <a:gd name="T2" fmla="*/ 29 w 825"/>
                <a:gd name="T3" fmla="*/ 26 h 1222"/>
                <a:gd name="T4" fmla="*/ 36 w 825"/>
                <a:gd name="T5" fmla="*/ 38 h 1222"/>
                <a:gd name="T6" fmla="*/ 42 w 825"/>
                <a:gd name="T7" fmla="*/ 50 h 1222"/>
                <a:gd name="T8" fmla="*/ 48 w 825"/>
                <a:gd name="T9" fmla="*/ 62 h 1222"/>
                <a:gd name="T10" fmla="*/ 52 w 825"/>
                <a:gd name="T11" fmla="*/ 72 h 1222"/>
                <a:gd name="T12" fmla="*/ 56 w 825"/>
                <a:gd name="T13" fmla="*/ 83 h 1222"/>
                <a:gd name="T14" fmla="*/ 59 w 825"/>
                <a:gd name="T15" fmla="*/ 92 h 1222"/>
                <a:gd name="T16" fmla="*/ 62 w 825"/>
                <a:gd name="T17" fmla="*/ 100 h 1222"/>
                <a:gd name="T18" fmla="*/ 64 w 825"/>
                <a:gd name="T19" fmla="*/ 107 h 1222"/>
                <a:gd name="T20" fmla="*/ 65 w 825"/>
                <a:gd name="T21" fmla="*/ 112 h 1222"/>
                <a:gd name="T22" fmla="*/ 66 w 825"/>
                <a:gd name="T23" fmla="*/ 117 h 1222"/>
                <a:gd name="T24" fmla="*/ 67 w 825"/>
                <a:gd name="T25" fmla="*/ 121 h 1222"/>
                <a:gd name="T26" fmla="*/ 67 w 825"/>
                <a:gd name="T27" fmla="*/ 124 h 1222"/>
                <a:gd name="T28" fmla="*/ 67 w 825"/>
                <a:gd name="T29" fmla="*/ 127 h 1222"/>
                <a:gd name="T30" fmla="*/ 67 w 825"/>
                <a:gd name="T31" fmla="*/ 128 h 1222"/>
                <a:gd name="T32" fmla="*/ 67 w 825"/>
                <a:gd name="T33" fmla="*/ 130 h 1222"/>
                <a:gd name="T34" fmla="*/ 67 w 825"/>
                <a:gd name="T35" fmla="*/ 131 h 1222"/>
                <a:gd name="T36" fmla="*/ 66 w 825"/>
                <a:gd name="T37" fmla="*/ 133 h 1222"/>
                <a:gd name="T38" fmla="*/ 65 w 825"/>
                <a:gd name="T39" fmla="*/ 133 h 1222"/>
                <a:gd name="T40" fmla="*/ 65 w 825"/>
                <a:gd name="T41" fmla="*/ 133 h 1222"/>
                <a:gd name="T42" fmla="*/ 64 w 825"/>
                <a:gd name="T43" fmla="*/ 132 h 1222"/>
                <a:gd name="T44" fmla="*/ 63 w 825"/>
                <a:gd name="T45" fmla="*/ 131 h 1222"/>
                <a:gd name="T46" fmla="*/ 63 w 825"/>
                <a:gd name="T47" fmla="*/ 130 h 1222"/>
                <a:gd name="T48" fmla="*/ 63 w 825"/>
                <a:gd name="T49" fmla="*/ 129 h 1222"/>
                <a:gd name="T50" fmla="*/ 61 w 825"/>
                <a:gd name="T51" fmla="*/ 127 h 1222"/>
                <a:gd name="T52" fmla="*/ 61 w 825"/>
                <a:gd name="T53" fmla="*/ 126 h 1222"/>
                <a:gd name="T54" fmla="*/ 61 w 825"/>
                <a:gd name="T55" fmla="*/ 125 h 1222"/>
                <a:gd name="T56" fmla="*/ 61 w 825"/>
                <a:gd name="T57" fmla="*/ 124 h 1222"/>
                <a:gd name="T58" fmla="*/ 61 w 825"/>
                <a:gd name="T59" fmla="*/ 124 h 1222"/>
                <a:gd name="T60" fmla="*/ 61 w 825"/>
                <a:gd name="T61" fmla="*/ 123 h 1222"/>
                <a:gd name="T62" fmla="*/ 59 w 825"/>
                <a:gd name="T63" fmla="*/ 112 h 1222"/>
                <a:gd name="T64" fmla="*/ 55 w 825"/>
                <a:gd name="T65" fmla="*/ 101 h 1222"/>
                <a:gd name="T66" fmla="*/ 50 w 825"/>
                <a:gd name="T67" fmla="*/ 88 h 1222"/>
                <a:gd name="T68" fmla="*/ 43 w 825"/>
                <a:gd name="T69" fmla="*/ 76 h 1222"/>
                <a:gd name="T70" fmla="*/ 36 w 825"/>
                <a:gd name="T71" fmla="*/ 64 h 1222"/>
                <a:gd name="T72" fmla="*/ 29 w 825"/>
                <a:gd name="T73" fmla="*/ 53 h 1222"/>
                <a:gd name="T74" fmla="*/ 22 w 825"/>
                <a:gd name="T75" fmla="*/ 43 h 1222"/>
                <a:gd name="T76" fmla="*/ 16 w 825"/>
                <a:gd name="T77" fmla="*/ 34 h 1222"/>
                <a:gd name="T78" fmla="*/ 10 w 825"/>
                <a:gd name="T79" fmla="*/ 26 h 1222"/>
                <a:gd name="T80" fmla="*/ 6 w 825"/>
                <a:gd name="T81" fmla="*/ 21 h 1222"/>
                <a:gd name="T82" fmla="*/ 3 w 825"/>
                <a:gd name="T83" fmla="*/ 17 h 1222"/>
                <a:gd name="T84" fmla="*/ 2 w 825"/>
                <a:gd name="T85" fmla="*/ 14 h 1222"/>
                <a:gd name="T86" fmla="*/ 1 w 825"/>
                <a:gd name="T87" fmla="*/ 10 h 1222"/>
                <a:gd name="T88" fmla="*/ 0 w 825"/>
                <a:gd name="T89" fmla="*/ 8 h 1222"/>
                <a:gd name="T90" fmla="*/ 1 w 825"/>
                <a:gd name="T91" fmla="*/ 6 h 1222"/>
                <a:gd name="T92" fmla="*/ 1 w 825"/>
                <a:gd name="T93" fmla="*/ 4 h 1222"/>
                <a:gd name="T94" fmla="*/ 2 w 825"/>
                <a:gd name="T95" fmla="*/ 3 h 1222"/>
                <a:gd name="T96" fmla="*/ 2 w 825"/>
                <a:gd name="T97" fmla="*/ 2 h 1222"/>
                <a:gd name="T98" fmla="*/ 3 w 825"/>
                <a:gd name="T99" fmla="*/ 1 h 1222"/>
                <a:gd name="T100" fmla="*/ 3 w 825"/>
                <a:gd name="T101" fmla="*/ 1 h 1222"/>
                <a:gd name="T102" fmla="*/ 3 w 825"/>
                <a:gd name="T103" fmla="*/ 1 h 1222"/>
                <a:gd name="T104" fmla="*/ 4 w 825"/>
                <a:gd name="T105" fmla="*/ 1 h 1222"/>
                <a:gd name="T106" fmla="*/ 4 w 825"/>
                <a:gd name="T107" fmla="*/ 1 h 1222"/>
                <a:gd name="T108" fmla="*/ 5 w 825"/>
                <a:gd name="T109" fmla="*/ 0 h 1222"/>
                <a:gd name="T110" fmla="*/ 7 w 825"/>
                <a:gd name="T111" fmla="*/ 1 h 1222"/>
                <a:gd name="T112" fmla="*/ 9 w 825"/>
                <a:gd name="T113" fmla="*/ 1 h 1222"/>
                <a:gd name="T114" fmla="*/ 11 w 825"/>
                <a:gd name="T115" fmla="*/ 2 h 1222"/>
                <a:gd name="T116" fmla="*/ 14 w 825"/>
                <a:gd name="T117" fmla="*/ 5 h 1222"/>
                <a:gd name="T118" fmla="*/ 18 w 825"/>
                <a:gd name="T119" fmla="*/ 9 h 1222"/>
                <a:gd name="T120" fmla="*/ 21 w 825"/>
                <a:gd name="T121" fmla="*/ 14 h 1222"/>
                <a:gd name="T122" fmla="*/ 21 w 825"/>
                <a:gd name="T123" fmla="*/ 14 h 1222"/>
                <a:gd name="T124" fmla="*/ 21 w 825"/>
                <a:gd name="T125" fmla="*/ 14 h 1222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825"/>
                <a:gd name="T190" fmla="*/ 0 h 1222"/>
                <a:gd name="T191" fmla="*/ 825 w 825"/>
                <a:gd name="T192" fmla="*/ 1222 h 1222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825" h="1222">
                  <a:moveTo>
                    <a:pt x="258" y="123"/>
                  </a:moveTo>
                  <a:lnTo>
                    <a:pt x="355" y="238"/>
                  </a:lnTo>
                  <a:lnTo>
                    <a:pt x="441" y="351"/>
                  </a:lnTo>
                  <a:lnTo>
                    <a:pt x="516" y="464"/>
                  </a:lnTo>
                  <a:lnTo>
                    <a:pt x="582" y="571"/>
                  </a:lnTo>
                  <a:lnTo>
                    <a:pt x="640" y="670"/>
                  </a:lnTo>
                  <a:lnTo>
                    <a:pt x="688" y="764"/>
                  </a:lnTo>
                  <a:lnTo>
                    <a:pt x="728" y="850"/>
                  </a:lnTo>
                  <a:lnTo>
                    <a:pt x="759" y="924"/>
                  </a:lnTo>
                  <a:lnTo>
                    <a:pt x="783" y="989"/>
                  </a:lnTo>
                  <a:lnTo>
                    <a:pt x="800" y="1039"/>
                  </a:lnTo>
                  <a:lnTo>
                    <a:pt x="810" y="1080"/>
                  </a:lnTo>
                  <a:lnTo>
                    <a:pt x="818" y="1115"/>
                  </a:lnTo>
                  <a:lnTo>
                    <a:pt x="824" y="1145"/>
                  </a:lnTo>
                  <a:lnTo>
                    <a:pt x="825" y="1170"/>
                  </a:lnTo>
                  <a:lnTo>
                    <a:pt x="825" y="1188"/>
                  </a:lnTo>
                  <a:lnTo>
                    <a:pt x="822" y="1204"/>
                  </a:lnTo>
                  <a:lnTo>
                    <a:pt x="818" y="1214"/>
                  </a:lnTo>
                  <a:lnTo>
                    <a:pt x="811" y="1221"/>
                  </a:lnTo>
                  <a:lnTo>
                    <a:pt x="803" y="1222"/>
                  </a:lnTo>
                  <a:lnTo>
                    <a:pt x="793" y="1222"/>
                  </a:lnTo>
                  <a:lnTo>
                    <a:pt x="782" y="1218"/>
                  </a:lnTo>
                  <a:lnTo>
                    <a:pt x="773" y="1211"/>
                  </a:lnTo>
                  <a:lnTo>
                    <a:pt x="766" y="1201"/>
                  </a:lnTo>
                  <a:lnTo>
                    <a:pt x="762" y="1190"/>
                  </a:lnTo>
                  <a:lnTo>
                    <a:pt x="758" y="1177"/>
                  </a:lnTo>
                  <a:lnTo>
                    <a:pt x="755" y="1166"/>
                  </a:lnTo>
                  <a:lnTo>
                    <a:pt x="752" y="1156"/>
                  </a:lnTo>
                  <a:lnTo>
                    <a:pt x="751" y="1148"/>
                  </a:lnTo>
                  <a:lnTo>
                    <a:pt x="751" y="1142"/>
                  </a:lnTo>
                  <a:lnTo>
                    <a:pt x="751" y="1139"/>
                  </a:lnTo>
                  <a:lnTo>
                    <a:pt x="723" y="1037"/>
                  </a:lnTo>
                  <a:lnTo>
                    <a:pt x="674" y="929"/>
                  </a:lnTo>
                  <a:lnTo>
                    <a:pt x="609" y="816"/>
                  </a:lnTo>
                  <a:lnTo>
                    <a:pt x="530" y="704"/>
                  </a:lnTo>
                  <a:lnTo>
                    <a:pt x="446" y="594"/>
                  </a:lnTo>
                  <a:lnTo>
                    <a:pt x="358" y="492"/>
                  </a:lnTo>
                  <a:lnTo>
                    <a:pt x="272" y="396"/>
                  </a:lnTo>
                  <a:lnTo>
                    <a:pt x="194" y="314"/>
                  </a:lnTo>
                  <a:lnTo>
                    <a:pt x="126" y="246"/>
                  </a:lnTo>
                  <a:lnTo>
                    <a:pt x="74" y="197"/>
                  </a:lnTo>
                  <a:lnTo>
                    <a:pt x="39" y="159"/>
                  </a:lnTo>
                  <a:lnTo>
                    <a:pt x="17" y="127"/>
                  </a:lnTo>
                  <a:lnTo>
                    <a:pt x="4" y="97"/>
                  </a:lnTo>
                  <a:lnTo>
                    <a:pt x="0" y="73"/>
                  </a:lnTo>
                  <a:lnTo>
                    <a:pt x="3" y="54"/>
                  </a:lnTo>
                  <a:lnTo>
                    <a:pt x="8" y="38"/>
                  </a:lnTo>
                  <a:lnTo>
                    <a:pt x="18" y="26"/>
                  </a:lnTo>
                  <a:lnTo>
                    <a:pt x="27" y="17"/>
                  </a:lnTo>
                  <a:lnTo>
                    <a:pt x="32" y="12"/>
                  </a:lnTo>
                  <a:lnTo>
                    <a:pt x="35" y="10"/>
                  </a:lnTo>
                  <a:lnTo>
                    <a:pt x="38" y="9"/>
                  </a:lnTo>
                  <a:lnTo>
                    <a:pt x="44" y="6"/>
                  </a:lnTo>
                  <a:lnTo>
                    <a:pt x="53" y="2"/>
                  </a:lnTo>
                  <a:lnTo>
                    <a:pt x="67" y="0"/>
                  </a:lnTo>
                  <a:lnTo>
                    <a:pt x="86" y="2"/>
                  </a:lnTo>
                  <a:lnTo>
                    <a:pt x="109" y="9"/>
                  </a:lnTo>
                  <a:lnTo>
                    <a:pt x="139" y="23"/>
                  </a:lnTo>
                  <a:lnTo>
                    <a:pt x="173" y="45"/>
                  </a:lnTo>
                  <a:lnTo>
                    <a:pt x="213" y="78"/>
                  </a:lnTo>
                  <a:lnTo>
                    <a:pt x="260" y="123"/>
                  </a:lnTo>
                  <a:lnTo>
                    <a:pt x="258" y="123"/>
                  </a:lnTo>
                  <a:close/>
                </a:path>
              </a:pathLst>
            </a:custGeom>
            <a:solidFill>
              <a:srgbClr val="FF3300"/>
            </a:solidFill>
            <a:ln w="952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US" sz="1200">
                  <a:effectLst/>
                  <a:latin typeface="Times New Roman"/>
                  <a:ea typeface="Times New Roman"/>
                </a:rPr>
                <a:t> </a:t>
              </a:r>
            </a:p>
          </p:txBody>
        </p:sp>
      </p:grpSp>
      <p:sp>
        <p:nvSpPr>
          <p:cNvPr id="11" name="Text Box 28">
            <a:extLst>
              <a:ext uri="{FF2B5EF4-FFF2-40B4-BE49-F238E27FC236}">
                <a16:creationId xmlns:a16="http://schemas.microsoft.com/office/drawing/2014/main" id="{8462D4D9-02A3-4385-ABD6-E40E095D0C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468" y="5555024"/>
            <a:ext cx="174599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fa-IR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  <a:t>تلفن خاموش</a:t>
            </a:r>
            <a:endParaRPr lang="en-US" sz="2000" b="1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rebuchet MS" panose="020B0603020202020204"/>
              <a:cs typeface="+mn-cs"/>
            </a:endParaRPr>
          </a:p>
        </p:txBody>
      </p:sp>
      <p:pic>
        <p:nvPicPr>
          <p:cNvPr id="14" name="Picture 13" descr="CKL00032">
            <a:extLst>
              <a:ext uri="{FF2B5EF4-FFF2-40B4-BE49-F238E27FC236}">
                <a16:creationId xmlns:a16="http://schemas.microsoft.com/office/drawing/2014/main" id="{A2E2C688-45E4-4FC9-8C28-F6B55B6D1C3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906" y="1111341"/>
            <a:ext cx="1599493" cy="1376627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 Box 28">
            <a:extLst>
              <a:ext uri="{FF2B5EF4-FFF2-40B4-BE49-F238E27FC236}">
                <a16:creationId xmlns:a16="http://schemas.microsoft.com/office/drawing/2014/main" id="{7498C624-43B7-400E-B901-44C48C139F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7112" y="2609497"/>
            <a:ext cx="211307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fa-IR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  <a:t>گوش دادن فعال</a:t>
            </a:r>
            <a:endParaRPr lang="en-US" sz="2000" b="1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rebuchet MS" panose="020B0603020202020204"/>
              <a:cs typeface="+mn-cs"/>
            </a:endParaRPr>
          </a:p>
        </p:txBody>
      </p:sp>
      <p:pic>
        <p:nvPicPr>
          <p:cNvPr id="16" name="Picture 15" descr="AYS00029">
            <a:extLst>
              <a:ext uri="{FF2B5EF4-FFF2-40B4-BE49-F238E27FC236}">
                <a16:creationId xmlns:a16="http://schemas.microsoft.com/office/drawing/2014/main" id="{3FD70F15-A5C3-4296-985B-D115DE734C06}"/>
              </a:ext>
            </a:extLst>
          </p:cNvPr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7333" y="3848393"/>
            <a:ext cx="1580091" cy="1714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 Box 28">
            <a:extLst>
              <a:ext uri="{FF2B5EF4-FFF2-40B4-BE49-F238E27FC236}">
                <a16:creationId xmlns:a16="http://schemas.microsoft.com/office/drawing/2014/main" id="{CB8731A1-FF32-4F2F-81DA-CC55920F8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668" y="5562600"/>
            <a:ext cx="155202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fa-IR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  <a:t>مطرح کردن</a:t>
            </a:r>
            <a:br>
              <a:rPr lang="prs-AF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</a:br>
            <a:r>
              <a:rPr lang="fa-IR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  <a:t> ایده‌</a:t>
            </a:r>
            <a:r>
              <a:rPr lang="prs-AF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  <a:t> </a:t>
            </a:r>
            <a:r>
              <a:rPr lang="fa-IR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  <a:t>ها</a:t>
            </a:r>
            <a:endParaRPr lang="en-US" sz="2000" b="1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rebuchet MS" panose="020B0603020202020204"/>
              <a:cs typeface="+mn-cs"/>
            </a:endParaRPr>
          </a:p>
        </p:txBody>
      </p:sp>
      <p:pic>
        <p:nvPicPr>
          <p:cNvPr id="18" name="Picture 17" descr="ANN00047">
            <a:extLst>
              <a:ext uri="{FF2B5EF4-FFF2-40B4-BE49-F238E27FC236}">
                <a16:creationId xmlns:a16="http://schemas.microsoft.com/office/drawing/2014/main" id="{A67F92F8-25D7-4ACE-865D-13FF29C1C698}"/>
              </a:ext>
            </a:extLst>
          </p:cNvPr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498831" y="3799114"/>
            <a:ext cx="2423299" cy="1763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Text Box 28">
            <a:extLst>
              <a:ext uri="{FF2B5EF4-FFF2-40B4-BE49-F238E27FC236}">
                <a16:creationId xmlns:a16="http://schemas.microsoft.com/office/drawing/2014/main" id="{7E1B1FB5-AF27-4DCE-A70E-B82931DFC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8580" y="5562918"/>
            <a:ext cx="162736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fa-IR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  <a:t>فعالیت</a:t>
            </a:r>
            <a:r>
              <a:rPr lang="prs-AF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  <a:t> </a:t>
            </a:r>
            <a:r>
              <a:rPr lang="fa-IR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  <a:t>‌های</a:t>
            </a:r>
            <a:br>
              <a:rPr lang="prs-AF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</a:br>
            <a:r>
              <a:rPr lang="fa-IR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  <a:t> گروهی</a:t>
            </a:r>
            <a:endParaRPr lang="en-US" sz="2000" b="1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rebuchet MS" panose="020B0603020202020204"/>
              <a:cs typeface="+mn-cs"/>
            </a:endParaRPr>
          </a:p>
        </p:txBody>
      </p:sp>
      <p:pic>
        <p:nvPicPr>
          <p:cNvPr id="20" name="Picture 19" descr="PE01931_">
            <a:extLst>
              <a:ext uri="{FF2B5EF4-FFF2-40B4-BE49-F238E27FC236}">
                <a16:creationId xmlns:a16="http://schemas.microsoft.com/office/drawing/2014/main" id="{CC3974AC-E0FE-414E-868F-0311EF55923C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286" y="950259"/>
            <a:ext cx="1655073" cy="1763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 Box 28">
            <a:extLst>
              <a:ext uri="{FF2B5EF4-FFF2-40B4-BE49-F238E27FC236}">
                <a16:creationId xmlns:a16="http://schemas.microsoft.com/office/drawing/2014/main" id="{1A14A3D5-AC3C-40E1-9453-8DB02E275F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3012" y="2609497"/>
            <a:ext cx="182934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fa-IR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  <a:t>وقت‌</a:t>
            </a:r>
            <a:r>
              <a:rPr lang="prs-AF" sz="2000" dirty="0"/>
              <a:t> </a:t>
            </a:r>
            <a:r>
              <a:rPr lang="fa-IR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  <a:t>شناسی</a:t>
            </a:r>
            <a:endParaRPr lang="en-US" sz="2000" b="1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rebuchet MS" panose="020B060302020202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7680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7" grpId="0"/>
      <p:bldP spid="19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FE97C-395B-1C53-828A-2547A3D14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077" y="748588"/>
            <a:ext cx="8596668" cy="1320800"/>
          </a:xfrm>
        </p:spPr>
        <p:txBody>
          <a:bodyPr/>
          <a:lstStyle/>
          <a:p>
            <a:pPr algn="r" rtl="1"/>
            <a:r>
              <a:rPr lang="fa-IR" dirty="0"/>
              <a:t>اهمیت استانداردسازی در دیاگرام شبکه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1F378-1DA9-2983-B751-42BDA808B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449" y="2205804"/>
            <a:ext cx="8596668" cy="5667094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fa-IR" sz="2400" dirty="0"/>
              <a:t>چرا استاندارد در دیاگرام شبکه ضروری است؟</a:t>
            </a:r>
            <a:endParaRPr lang="ps-AF" sz="2400" dirty="0"/>
          </a:p>
          <a:p>
            <a:pPr marL="0" indent="0" algn="r" rtl="1">
              <a:buNone/>
            </a:pPr>
            <a:endParaRPr lang="en-US" sz="2200" b="1" dirty="0">
              <a:cs typeface="+mj-cs"/>
            </a:endParaRPr>
          </a:p>
          <a:p>
            <a:pPr algn="r" rtl="1"/>
            <a:r>
              <a:rPr lang="fa-IR" sz="2000" b="1" dirty="0"/>
              <a:t>دقت </a:t>
            </a:r>
            <a:r>
              <a:rPr lang="ps-AF" sz="2000" b="1" dirty="0"/>
              <a:t>تخنیکی</a:t>
            </a:r>
            <a:r>
              <a:rPr lang="fa-IR" sz="2000" b="1" dirty="0"/>
              <a:t>:</a:t>
            </a:r>
            <a:r>
              <a:rPr lang="fa-IR" sz="2000" dirty="0"/>
              <a:t> جلوگیری از اشتباه در </a:t>
            </a:r>
            <a:r>
              <a:rPr lang="ps-AF" sz="2000" dirty="0"/>
              <a:t>دیزاین و تطبیق دیا</a:t>
            </a:r>
            <a:r>
              <a:rPr lang="prs-AF" sz="2000" dirty="0"/>
              <a:t>گرام ها</a:t>
            </a:r>
            <a:endParaRPr lang="ps-AF" sz="2000" dirty="0"/>
          </a:p>
          <a:p>
            <a:pPr algn="r" rtl="1"/>
            <a:r>
              <a:rPr lang="fa-IR" sz="2000" b="1" dirty="0"/>
              <a:t>وضوح ارتباطات:</a:t>
            </a:r>
            <a:r>
              <a:rPr lang="fa-IR" sz="2000" dirty="0"/>
              <a:t> وضاحت در نمایش ساختار شبکه</a:t>
            </a:r>
            <a:endParaRPr lang="prs-AF" sz="2000" dirty="0"/>
          </a:p>
          <a:p>
            <a:pPr algn="r" rtl="1"/>
            <a:r>
              <a:rPr lang="fa-IR" sz="2000" b="1" dirty="0"/>
              <a:t>هماهنگی تیمی:</a:t>
            </a:r>
            <a:r>
              <a:rPr lang="fa-IR" sz="2000" dirty="0"/>
              <a:t> ایجاد زبان مشترک بین تیم‌های طراحی، عملیات و </a:t>
            </a:r>
            <a:r>
              <a:rPr lang="en-US" sz="2000" dirty="0"/>
              <a:t>NOC</a:t>
            </a:r>
            <a:endParaRPr lang="ps-AF" sz="2000" dirty="0"/>
          </a:p>
          <a:p>
            <a:pPr algn="r" rtl="1"/>
            <a:r>
              <a:rPr lang="fa-IR" sz="2000" b="1" dirty="0"/>
              <a:t>قابلیت نگهداری:</a:t>
            </a:r>
            <a:r>
              <a:rPr lang="fa-IR" sz="2000" dirty="0"/>
              <a:t> به‌روزرسانی و توسعه آسان در آینده</a:t>
            </a:r>
            <a:endParaRPr lang="ps-AF" sz="2000" dirty="0">
              <a:cs typeface="+mj-cs"/>
            </a:endParaRPr>
          </a:p>
          <a:p>
            <a:pPr algn="r" rtl="1"/>
            <a:endParaRPr lang="en-US" sz="20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01229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684E9-5229-CA65-9C26-DF7AC8295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ps-AF" sz="2800" dirty="0"/>
              <a:t>بهترین روش‌ها در طراحی</a:t>
            </a:r>
            <a:r>
              <a:rPr lang="prs-AF" sz="2800" dirty="0"/>
              <a:t> و دیزاین</a:t>
            </a:r>
            <a:r>
              <a:rPr lang="ps-AF" sz="2800" dirty="0"/>
              <a:t> دیاگرام شبکه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FDD6C-093E-0427-2403-99B50C92B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31089"/>
            <a:ext cx="8596668" cy="4710273"/>
          </a:xfrm>
        </p:spPr>
        <p:txBody>
          <a:bodyPr>
            <a:normAutofit/>
          </a:bodyPr>
          <a:lstStyle/>
          <a:p>
            <a:pPr algn="r" rtl="1">
              <a:buFont typeface="Arial" panose="020B0604020202020204" pitchFamily="34" charset="0"/>
              <a:buChar char="•"/>
            </a:pPr>
            <a:endParaRPr lang="fa-IR" dirty="0"/>
          </a:p>
          <a:p>
            <a:pPr marL="0" indent="0" algn="r" rtl="1">
              <a:buNone/>
            </a:pPr>
            <a:r>
              <a:rPr lang="fa-IR" b="1" dirty="0"/>
              <a:t>نام</a:t>
            </a:r>
            <a:r>
              <a:rPr lang="prs-AF" b="1" dirty="0"/>
              <a:t> </a:t>
            </a:r>
            <a:r>
              <a:rPr lang="fa-IR" b="1" dirty="0"/>
              <a:t>‌گذاری و شماره</a:t>
            </a:r>
            <a:r>
              <a:rPr lang="prs-AF" b="1" dirty="0"/>
              <a:t> </a:t>
            </a:r>
            <a:r>
              <a:rPr lang="fa-IR" b="1" dirty="0"/>
              <a:t>‌گذاری تجهیزات</a:t>
            </a:r>
            <a:r>
              <a:rPr lang="prs-AF" b="1" dirty="0"/>
              <a:t>:</a:t>
            </a:r>
          </a:p>
          <a:p>
            <a:pPr algn="r" rtl="1"/>
            <a:r>
              <a:rPr lang="fa-IR" dirty="0"/>
              <a:t>فرمت ثابت: [نوع تجهیز]-[مکان]-[شماره]</a:t>
            </a:r>
            <a:endParaRPr lang="en-US" dirty="0"/>
          </a:p>
          <a:p>
            <a:pPr algn="r" rtl="1"/>
            <a:r>
              <a:rPr lang="prs-AF" dirty="0"/>
              <a:t>مثال: </a:t>
            </a:r>
            <a:r>
              <a:rPr lang="en-US" dirty="0"/>
              <a:t>SW-Core-01، FW-DC-02، AP-F2-03</a:t>
            </a:r>
          </a:p>
          <a:p>
            <a:pPr algn="r" rtl="1"/>
            <a:r>
              <a:rPr lang="prs-AF" dirty="0"/>
              <a:t>نام باید کوتاه، واضح و یکتا باشد</a:t>
            </a:r>
            <a:endParaRPr lang="en-US" dirty="0"/>
          </a:p>
          <a:p>
            <a:pPr algn="r" rtl="1"/>
            <a:r>
              <a:rPr lang="fa-IR" dirty="0"/>
              <a:t>درج نام در </a:t>
            </a:r>
            <a:r>
              <a:rPr lang="en-US" dirty="0"/>
              <a:t> </a:t>
            </a:r>
            <a:r>
              <a:rPr lang="en-US" b="1" dirty="0"/>
              <a:t>Label</a:t>
            </a:r>
            <a:r>
              <a:rPr lang="en-US" dirty="0"/>
              <a:t> </a:t>
            </a:r>
            <a:r>
              <a:rPr lang="fa-IR" dirty="0"/>
              <a:t>و </a:t>
            </a:r>
            <a:r>
              <a:rPr lang="en-US" b="1" dirty="0"/>
              <a:t>Shape Data</a:t>
            </a:r>
            <a:endParaRPr lang="prs-AF" dirty="0"/>
          </a:p>
          <a:p>
            <a:pPr marL="0" indent="0" algn="r" rtl="1">
              <a:buNone/>
            </a:pPr>
            <a:r>
              <a:rPr lang="fa-IR" b="1" dirty="0"/>
              <a:t>استفاده از </a:t>
            </a:r>
            <a:r>
              <a:rPr lang="ps-AF" b="1" dirty="0"/>
              <a:t>اشکال، سبمول ها</a:t>
            </a:r>
            <a:r>
              <a:rPr lang="fa-IR" b="1" dirty="0"/>
              <a:t> و چیدمان</a:t>
            </a:r>
            <a:r>
              <a:rPr lang="ps-AF" b="1" dirty="0"/>
              <a:t> (</a:t>
            </a:r>
            <a:r>
              <a:rPr lang="en-US" b="1" dirty="0"/>
              <a:t>Layout</a:t>
            </a:r>
            <a:r>
              <a:rPr lang="ps-AF" b="1" dirty="0"/>
              <a:t>)</a:t>
            </a:r>
            <a:r>
              <a:rPr lang="fa-IR" b="1" dirty="0"/>
              <a:t> درست</a:t>
            </a:r>
            <a:endParaRPr lang="en-US" b="1" dirty="0"/>
          </a:p>
          <a:p>
            <a:pPr algn="r" rtl="1"/>
            <a:r>
              <a:rPr lang="ps-AF" dirty="0"/>
              <a:t>استفاده از اشکال و سمبول ها </a:t>
            </a:r>
            <a:r>
              <a:rPr lang="fa-IR" dirty="0"/>
              <a:t>از </a:t>
            </a:r>
            <a:r>
              <a:rPr lang="ps-AF" dirty="0"/>
              <a:t>استندر های</a:t>
            </a:r>
            <a:r>
              <a:rPr lang="fa-IR" dirty="0"/>
              <a:t> معتبر (</a:t>
            </a:r>
            <a:r>
              <a:rPr lang="en-US" dirty="0"/>
              <a:t>IEEE، ISO، Cisco، Visio</a:t>
            </a:r>
            <a:r>
              <a:rPr lang="ps-AF" dirty="0"/>
              <a:t>)</a:t>
            </a:r>
            <a:endParaRPr lang="prs-AF" dirty="0"/>
          </a:p>
          <a:p>
            <a:pPr algn="r" rtl="1"/>
            <a:r>
              <a:rPr lang="fa-IR" b="1" dirty="0"/>
              <a:t>چیدمان منطقی</a:t>
            </a:r>
            <a:r>
              <a:rPr lang="ps-AF" b="1" dirty="0"/>
              <a:t> (</a:t>
            </a:r>
            <a:r>
              <a:rPr lang="en-US" b="1" dirty="0"/>
              <a:t>Logical Layout</a:t>
            </a:r>
            <a:r>
              <a:rPr lang="ps-AF" b="1" dirty="0"/>
              <a:t>)</a:t>
            </a:r>
            <a:r>
              <a:rPr lang="fa-IR" b="1" dirty="0"/>
              <a:t>:</a:t>
            </a:r>
            <a:r>
              <a:rPr lang="fa-IR" dirty="0"/>
              <a:t> نمایش ارتباطات </a:t>
            </a:r>
            <a:r>
              <a:rPr lang="en-US" dirty="0"/>
              <a:t>IP, VLAN) </a:t>
            </a:r>
            <a:r>
              <a:rPr lang="ps-AF" dirty="0"/>
              <a:t>)</a:t>
            </a:r>
          </a:p>
          <a:p>
            <a:pPr algn="r" rtl="1"/>
            <a:r>
              <a:rPr lang="fa-IR" b="1" dirty="0"/>
              <a:t>چیدمان فزیکی</a:t>
            </a:r>
            <a:r>
              <a:rPr lang="ps-AF" b="1" dirty="0"/>
              <a:t>(</a:t>
            </a:r>
            <a:r>
              <a:rPr lang="en-US" b="1" dirty="0"/>
              <a:t>Physical Layout</a:t>
            </a:r>
            <a:r>
              <a:rPr lang="ps-AF" b="1" dirty="0"/>
              <a:t>)</a:t>
            </a:r>
            <a:r>
              <a:rPr lang="fa-IR" b="1" dirty="0"/>
              <a:t>:</a:t>
            </a:r>
            <a:r>
              <a:rPr lang="fa-IR" dirty="0"/>
              <a:t> جایگاه واقعی تجهیزات، رک‌ها، مسیر ک</a:t>
            </a:r>
            <a:r>
              <a:rPr lang="ps-AF" dirty="0"/>
              <a:t>ی</a:t>
            </a:r>
            <a:r>
              <a:rPr lang="fa-IR" dirty="0"/>
              <a:t>بل‌ها</a:t>
            </a:r>
            <a:endParaRPr lang="ps-AF" dirty="0"/>
          </a:p>
          <a:p>
            <a:pPr algn="r" rtl="1"/>
            <a:r>
              <a:rPr lang="fa-IR" dirty="0"/>
              <a:t>استفاده از </a:t>
            </a:r>
            <a:r>
              <a:rPr lang="en-US" dirty="0"/>
              <a:t>Grid، Snap، Align</a:t>
            </a:r>
            <a:r>
              <a:rPr lang="ps-AF" dirty="0"/>
              <a:t> </a:t>
            </a:r>
            <a:r>
              <a:rPr lang="en-US" dirty="0"/>
              <a:t> </a:t>
            </a:r>
            <a:r>
              <a:rPr lang="fa-IR" dirty="0"/>
              <a:t>برای نظم دقیق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236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36C9F-3B4D-E219-ACFE-9450A99BA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56238"/>
            <a:ext cx="8596668" cy="1320800"/>
          </a:xfrm>
        </p:spPr>
        <p:txBody>
          <a:bodyPr/>
          <a:lstStyle/>
          <a:p>
            <a:pPr algn="r" rtl="1"/>
            <a:r>
              <a:rPr lang="fa-IR" dirty="0"/>
              <a:t>مستندسازی و شناسنامه دیاگرام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B6AA5-6B83-6914-CFED-926F66DE8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545" y="1328057"/>
            <a:ext cx="4502184" cy="5127172"/>
          </a:xfrm>
        </p:spPr>
        <p:txBody>
          <a:bodyPr>
            <a:normAutofit fontScale="92500" lnSpcReduction="10000"/>
          </a:bodyPr>
          <a:lstStyle/>
          <a:p>
            <a:pPr algn="r" rtl="1">
              <a:buNone/>
            </a:pPr>
            <a:r>
              <a:rPr lang="en-US" b="1" dirty="0"/>
              <a:t>Title Block</a:t>
            </a:r>
            <a:r>
              <a:rPr lang="ps-AF" b="1" dirty="0"/>
              <a:t>ـ</a:t>
            </a:r>
            <a:r>
              <a:rPr lang="en-US" b="1" dirty="0"/>
              <a:t> </a:t>
            </a:r>
            <a:r>
              <a:rPr lang="fa-IR" b="1" dirty="0"/>
              <a:t>شناسنامه دیاگرام</a:t>
            </a:r>
            <a:endParaRPr lang="ps-AF" b="1" dirty="0"/>
          </a:p>
          <a:p>
            <a:pPr algn="r" rtl="1">
              <a:buNone/>
            </a:pPr>
            <a:r>
              <a:rPr lang="ps-AF" dirty="0"/>
              <a:t>هدف:</a:t>
            </a:r>
            <a:r>
              <a:rPr lang="fa-IR" dirty="0"/>
              <a:t> نمایش معلومات اساسی پروژه و دیاگرام</a:t>
            </a:r>
            <a:endParaRPr lang="ps-AF" dirty="0"/>
          </a:p>
          <a:p>
            <a:pPr algn="r" rtl="1">
              <a:buNone/>
            </a:pPr>
            <a:r>
              <a:rPr lang="fa-IR" dirty="0"/>
              <a:t>محتوا: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dirty="0"/>
              <a:t>عنوان پروژه (مثال: </a:t>
            </a:r>
            <a:r>
              <a:rPr lang="fa-IR" i="1" dirty="0"/>
              <a:t>ارتقای شبکه </a:t>
            </a:r>
            <a:r>
              <a:rPr lang="en-US" i="1" dirty="0"/>
              <a:t>LAN </a:t>
            </a:r>
            <a:r>
              <a:rPr lang="fa-IR" i="1" dirty="0"/>
              <a:t>شرکت</a:t>
            </a:r>
            <a:r>
              <a:rPr lang="fa-IR" dirty="0"/>
              <a:t>)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dirty="0"/>
              <a:t>نام طراح و بخش مربوطه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dirty="0"/>
              <a:t>تاریخ ایجاد و آخرین ویرایش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dirty="0"/>
              <a:t>شماره نسخه مثال: </a:t>
            </a:r>
            <a:r>
              <a:rPr lang="en-US" dirty="0"/>
              <a:t>v1.2)</a:t>
            </a:r>
            <a:r>
              <a:rPr lang="ps-AF" dirty="0"/>
              <a:t>)</a:t>
            </a:r>
          </a:p>
          <a:p>
            <a:pPr marL="0" indent="0" algn="r" rtl="1">
              <a:buNone/>
            </a:pPr>
            <a:r>
              <a:rPr lang="en-US" b="1" dirty="0"/>
              <a:t>Legend </a:t>
            </a:r>
            <a:r>
              <a:rPr lang="ps-AF" b="1" dirty="0"/>
              <a:t> - </a:t>
            </a:r>
            <a:r>
              <a:rPr lang="fa-IR" b="1" dirty="0"/>
              <a:t>راهنمای </a:t>
            </a:r>
            <a:r>
              <a:rPr lang="ps-AF" b="1" dirty="0"/>
              <a:t>اشکال</a:t>
            </a:r>
            <a:r>
              <a:rPr lang="fa-IR" b="1" dirty="0"/>
              <a:t> و رنگ‌ها</a:t>
            </a:r>
            <a:endParaRPr lang="en-US" b="1" dirty="0"/>
          </a:p>
          <a:p>
            <a:pPr algn="r" rtl="1">
              <a:buNone/>
            </a:pPr>
            <a:r>
              <a:rPr lang="fa-IR" dirty="0"/>
              <a:t>هدف: توضیح معنی رنگ‌ها و سمبول‌های استفاده شده در دیاگرام</a:t>
            </a:r>
            <a:endParaRPr lang="ps-AF" dirty="0"/>
          </a:p>
          <a:p>
            <a:pPr algn="r" rtl="1">
              <a:buNone/>
            </a:pPr>
            <a:r>
              <a:rPr lang="fa-IR" dirty="0"/>
              <a:t>مثال محتوا: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dirty="0"/>
              <a:t>سبز = دستگاه فعال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dirty="0"/>
              <a:t>سرخ = آفلاین یا دارای مشکل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dirty="0"/>
              <a:t>آبی = لینک پشتیبان / ثانوی</a:t>
            </a:r>
            <a:endParaRPr lang="ps-AF" dirty="0"/>
          </a:p>
          <a:p>
            <a:pPr algn="r" rtl="1">
              <a:buNone/>
            </a:pPr>
            <a:endParaRPr lang="fa-IR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D89D4D0-E5FD-5AEC-B998-93A5572231FD}"/>
              </a:ext>
            </a:extLst>
          </p:cNvPr>
          <p:cNvSpPr txBox="1">
            <a:spLocks/>
          </p:cNvSpPr>
          <p:nvPr/>
        </p:nvSpPr>
        <p:spPr>
          <a:xfrm>
            <a:off x="1" y="1328057"/>
            <a:ext cx="4648200" cy="51271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>
              <a:buFont typeface="Wingdings 3" charset="2"/>
              <a:buNone/>
            </a:pPr>
            <a:r>
              <a:rPr lang="en-US" b="1" dirty="0"/>
              <a:t>Callouts</a:t>
            </a:r>
            <a:r>
              <a:rPr lang="ps-AF" b="1" dirty="0"/>
              <a:t> -</a:t>
            </a:r>
            <a:r>
              <a:rPr lang="en-US" b="1" dirty="0"/>
              <a:t> </a:t>
            </a:r>
            <a:r>
              <a:rPr lang="fa-IR" b="1" dirty="0"/>
              <a:t>یادداشت‌های توضیحی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dirty="0"/>
              <a:t>هدف: افزودن معلومات اضافی برای دستگاه‌ها یا بخش‌های مهم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dirty="0"/>
              <a:t>کاربردها:</a:t>
            </a: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fa-IR" dirty="0"/>
              <a:t>مشخص کردن نقش دستگاه</a:t>
            </a:r>
            <a:br>
              <a:rPr lang="ps-AF" dirty="0"/>
            </a:br>
            <a:r>
              <a:rPr lang="fa-IR" dirty="0"/>
              <a:t> («روتر اصلی انترنت»)</a:t>
            </a:r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fa-IR" dirty="0"/>
              <a:t>نشان دادن وضعیت کانفیگ </a:t>
            </a:r>
            <a:br>
              <a:rPr lang="ps-AF" dirty="0"/>
            </a:br>
            <a:r>
              <a:rPr lang="fa-IR" dirty="0"/>
              <a:t>(«تنظیم شده برای </a:t>
            </a:r>
            <a:r>
              <a:rPr lang="en-US" dirty="0"/>
              <a:t>VLAN 10»</a:t>
            </a:r>
            <a:r>
              <a:rPr lang="ps-AF" dirty="0"/>
              <a:t>)</a:t>
            </a:r>
            <a:endParaRPr lang="en-US" dirty="0"/>
          </a:p>
          <a:p>
            <a:pPr lvl="1" algn="r" rtl="1">
              <a:buFont typeface="Arial" panose="020B0604020202020204" pitchFamily="34" charset="0"/>
              <a:buChar char="•"/>
            </a:pPr>
            <a:r>
              <a:rPr lang="fa-IR" dirty="0"/>
              <a:t>اضافه کردن یادداشت‌های نگهداری</a:t>
            </a:r>
            <a:br>
              <a:rPr lang="ps-AF" dirty="0"/>
            </a:br>
            <a:r>
              <a:rPr lang="fa-IR" dirty="0"/>
              <a:t> («آخرین سرویس: اسد ۱۴۰۴»)</a:t>
            </a:r>
          </a:p>
          <a:p>
            <a:pPr algn="r" rtl="1">
              <a:buFont typeface="Arial" panose="020B0604020202020204" pitchFamily="34" charset="0"/>
              <a:buChar char="•"/>
            </a:pPr>
            <a:endParaRPr lang="ps-AF" dirty="0"/>
          </a:p>
          <a:p>
            <a:pPr algn="r" rtl="1">
              <a:buFont typeface="Arial" panose="020B0604020202020204" pitchFamily="34" charset="0"/>
              <a:buChar char="•"/>
            </a:pP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1863462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4E905-4F6D-5F98-17DF-F8EEE3F24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448" y="0"/>
            <a:ext cx="8596668" cy="1320800"/>
          </a:xfrm>
        </p:spPr>
        <p:txBody>
          <a:bodyPr>
            <a:normAutofit/>
          </a:bodyPr>
          <a:lstStyle/>
          <a:p>
            <a:pPr algn="r" rtl="1"/>
            <a:r>
              <a:rPr lang="fa-IR" sz="3200" dirty="0"/>
              <a:t>مدیریت نسخه‌ها و ثبت تغییرات</a:t>
            </a:r>
            <a:br>
              <a:rPr lang="ps-AF" sz="3200" dirty="0"/>
            </a:br>
            <a:r>
              <a:rPr lang="en-US" sz="3200" dirty="0"/>
              <a:t>Version Tracking &amp; Change Log)</a:t>
            </a:r>
            <a:r>
              <a:rPr lang="ps-AF" sz="3200" dirty="0"/>
              <a:t>)</a:t>
            </a:r>
            <a:endParaRPr lang="en-US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DA5C77-D287-7EFC-41E7-691E0B3D48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8798" y="1226276"/>
            <a:ext cx="8784318" cy="5914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rtl="1">
              <a:buNone/>
            </a:pPr>
            <a:r>
              <a:rPr lang="fa-IR" b="1" dirty="0"/>
              <a:t>هدف:</a:t>
            </a:r>
            <a:endParaRPr lang="fa-IR" dirty="0"/>
          </a:p>
          <a:p>
            <a:pPr marL="0" indent="0" algn="r" rtl="1">
              <a:buNone/>
            </a:pPr>
            <a:r>
              <a:rPr lang="fa-IR" dirty="0"/>
              <a:t>اطمینان از اینکه تمام تغییرات دیاگرام مستند، قابل پیگیری و قابل بازبینی باشند.</a:t>
            </a:r>
            <a:endParaRPr lang="ps-AF" dirty="0"/>
          </a:p>
          <a:p>
            <a:pPr marL="0" indent="0" algn="r" rtl="1">
              <a:buNone/>
            </a:pPr>
            <a:r>
              <a:rPr lang="fa-IR" dirty="0"/>
              <a:t>روش معیاری شماره‌گذاری نسخه‌ها:</a:t>
            </a:r>
            <a:endParaRPr lang="ps-AF" dirty="0"/>
          </a:p>
          <a:p>
            <a:pPr algn="r" rtl="1"/>
            <a:r>
              <a:rPr lang="fa-IR" dirty="0"/>
              <a:t>فرمت: </a:t>
            </a:r>
            <a:r>
              <a:rPr lang="en-US" dirty="0"/>
              <a:t>v1.0، v1.1، v2.0</a:t>
            </a:r>
            <a:endParaRPr lang="ps-AF" dirty="0"/>
          </a:p>
          <a:p>
            <a:pPr algn="r" rtl="1"/>
            <a:r>
              <a:rPr lang="fa-IR" dirty="0"/>
              <a:t>تغییر بزرگ </a:t>
            </a:r>
            <a:r>
              <a:rPr lang="ps-AF" dirty="0"/>
              <a:t>(</a:t>
            </a:r>
            <a:r>
              <a:rPr lang="en-US" dirty="0"/>
              <a:t>Major</a:t>
            </a:r>
            <a:r>
              <a:rPr lang="ps-AF" dirty="0"/>
              <a:t>): </a:t>
            </a:r>
            <a:r>
              <a:rPr lang="fa-IR" dirty="0"/>
              <a:t>افزایش شماره اصلی مثال: </a:t>
            </a:r>
            <a:r>
              <a:rPr lang="en-US" dirty="0"/>
              <a:t>v1.0 → v2.0)</a:t>
            </a:r>
            <a:r>
              <a:rPr lang="ps-AF" dirty="0"/>
              <a:t>)</a:t>
            </a:r>
          </a:p>
          <a:p>
            <a:pPr algn="r" rtl="1"/>
            <a:r>
              <a:rPr lang="fa-IR" dirty="0"/>
              <a:t>تغییر کوچک</a:t>
            </a:r>
            <a:r>
              <a:rPr lang="ps-AF" dirty="0"/>
              <a:t> (</a:t>
            </a:r>
            <a:r>
              <a:rPr lang="en-US" dirty="0"/>
              <a:t>Minor</a:t>
            </a:r>
            <a:r>
              <a:rPr lang="ps-AF" dirty="0"/>
              <a:t>): </a:t>
            </a:r>
            <a:r>
              <a:rPr lang="fa-IR" dirty="0"/>
              <a:t>افزایش اعشار مثال: </a:t>
            </a:r>
            <a:r>
              <a:rPr lang="en-US" dirty="0"/>
              <a:t>v1.0 → v1.1)</a:t>
            </a:r>
            <a:r>
              <a:rPr lang="ps-AF" dirty="0"/>
              <a:t>)</a:t>
            </a:r>
          </a:p>
          <a:p>
            <a:pPr algn="r" rtl="1"/>
            <a:r>
              <a:rPr lang="fa-IR" dirty="0"/>
              <a:t>جای درج: داخل </a:t>
            </a:r>
            <a:r>
              <a:rPr lang="en-US" dirty="0"/>
              <a:t>Title Block</a:t>
            </a:r>
            <a:endParaRPr lang="ps-AF" dirty="0"/>
          </a:p>
          <a:p>
            <a:pPr marL="0" indent="0" algn="r" rtl="1">
              <a:buNone/>
            </a:pPr>
            <a:r>
              <a:rPr lang="fa-IR" b="1" dirty="0"/>
              <a:t>ثبت تغییرات</a:t>
            </a:r>
            <a:r>
              <a:rPr lang="ps-AF" b="1" dirty="0"/>
              <a:t> (</a:t>
            </a:r>
            <a:r>
              <a:rPr lang="en-US" b="1" dirty="0"/>
              <a:t>Change Log</a:t>
            </a:r>
            <a:r>
              <a:rPr lang="ps-AF" b="1" dirty="0"/>
              <a:t>):</a:t>
            </a:r>
          </a:p>
          <a:p>
            <a:pPr marL="0" indent="0" algn="r" rtl="1">
              <a:buNone/>
            </a:pPr>
            <a:r>
              <a:rPr lang="fa-IR" dirty="0"/>
              <a:t>یادداشت تغییرات در پایین دیاگرام یا در فایل جداگانه</a:t>
            </a:r>
            <a:endParaRPr lang="ps-AF" dirty="0"/>
          </a:p>
          <a:p>
            <a:pPr marL="0" indent="0" algn="r" rtl="1">
              <a:buNone/>
            </a:pPr>
            <a:r>
              <a:rPr lang="fa-IR" dirty="0"/>
              <a:t>شامل: شماره نسخه، تاریخ، شرح تغییر</a:t>
            </a:r>
            <a:endParaRPr lang="ps-AF" dirty="0"/>
          </a:p>
          <a:p>
            <a:pPr marL="0" indent="0" algn="r" rtl="1">
              <a:buNone/>
            </a:pPr>
            <a:r>
              <a:rPr lang="fa-IR" dirty="0"/>
              <a:t>مثال:</a:t>
            </a:r>
            <a:endParaRPr lang="ps-AF" dirty="0"/>
          </a:p>
          <a:p>
            <a:pPr algn="r" rtl="1"/>
            <a:r>
              <a:rPr lang="en-US" dirty="0"/>
              <a:t>v1.1 </a:t>
            </a:r>
            <a:r>
              <a:rPr lang="ps-AF" dirty="0"/>
              <a:t> </a:t>
            </a:r>
            <a:r>
              <a:rPr lang="en-US" dirty="0"/>
              <a:t>– </a:t>
            </a:r>
            <a:r>
              <a:rPr lang="ps-AF" dirty="0"/>
              <a:t> </a:t>
            </a:r>
            <a:r>
              <a:rPr lang="fa-IR" dirty="0"/>
              <a:t>افزودن روتر در طبقه دوم</a:t>
            </a:r>
            <a:endParaRPr lang="ps-AF" dirty="0"/>
          </a:p>
          <a:p>
            <a:pPr algn="r" rtl="1"/>
            <a:r>
              <a:rPr lang="en-US" dirty="0"/>
              <a:t>v1.2 </a:t>
            </a:r>
            <a:r>
              <a:rPr lang="ps-AF" dirty="0"/>
              <a:t> </a:t>
            </a:r>
            <a:r>
              <a:rPr lang="en-US" dirty="0"/>
              <a:t>–</a:t>
            </a:r>
            <a:r>
              <a:rPr lang="ps-AF" dirty="0"/>
              <a:t> </a:t>
            </a:r>
            <a:r>
              <a:rPr lang="en-US" dirty="0"/>
              <a:t> </a:t>
            </a:r>
            <a:r>
              <a:rPr lang="fa-IR" dirty="0"/>
              <a:t>تغییر مسیر </a:t>
            </a:r>
            <a:r>
              <a:rPr lang="ps-AF" dirty="0"/>
              <a:t>کیبل</a:t>
            </a:r>
            <a:r>
              <a:rPr lang="fa-IR" dirty="0"/>
              <a:t> بین </a:t>
            </a:r>
            <a:r>
              <a:rPr lang="en-US" dirty="0"/>
              <a:t>SW-Core</a:t>
            </a:r>
            <a:r>
              <a:rPr lang="ps-AF" dirty="0"/>
              <a:t> </a:t>
            </a:r>
            <a:r>
              <a:rPr lang="en-US" dirty="0"/>
              <a:t> </a:t>
            </a:r>
            <a:r>
              <a:rPr lang="fa-IR" dirty="0"/>
              <a:t>و </a:t>
            </a:r>
            <a:r>
              <a:rPr lang="en-US" dirty="0"/>
              <a:t>FW-01</a:t>
            </a:r>
            <a:endParaRPr lang="ps-AF" dirty="0"/>
          </a:p>
          <a:p>
            <a:pPr marL="0" indent="0" algn="r" rtl="1">
              <a:buNone/>
            </a:pPr>
            <a:endParaRPr lang="fa-IR" dirty="0"/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0108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779F9-472D-810F-8B9F-01168F55D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/>
              <a:t>آماده‌</a:t>
            </a:r>
            <a:r>
              <a:rPr lang="ps-AF" dirty="0"/>
              <a:t> </a:t>
            </a:r>
            <a:r>
              <a:rPr lang="fa-IR" dirty="0"/>
              <a:t>سازی برای چاپ و اشتراک‌گذاری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DE01ECC-4340-A5BF-205E-24C74593A9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76400" y="2156853"/>
            <a:ext cx="7597602" cy="3888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rtl="1" fontAlgn="base">
              <a:lnSpc>
                <a:spcPct val="100000"/>
              </a:lnSpc>
              <a:buNone/>
              <a:tabLst/>
            </a:pPr>
            <a:r>
              <a:rPr lang="en-US" altLang="en-US" b="1" dirty="0"/>
              <a:t>Page Setup</a:t>
            </a:r>
            <a:r>
              <a:rPr lang="ps-AF" altLang="en-US" b="1" dirty="0"/>
              <a:t> </a:t>
            </a:r>
            <a:r>
              <a:rPr lang="ar-SA" altLang="en-US" b="1" dirty="0"/>
              <a:t>و</a:t>
            </a:r>
            <a:r>
              <a:rPr lang="en-US" altLang="en-US" b="1" dirty="0"/>
              <a:t> </a:t>
            </a:r>
            <a:r>
              <a:rPr lang="ps-AF" altLang="en-US" b="1" dirty="0"/>
              <a:t> </a:t>
            </a:r>
            <a:r>
              <a:rPr lang="en-US" altLang="en-US" b="1" dirty="0"/>
              <a:t>Export</a:t>
            </a:r>
          </a:p>
          <a:p>
            <a:pPr marR="0" lvl="0" algn="r" rtl="1" fontAlgn="base">
              <a:lnSpc>
                <a:spcPct val="100000"/>
              </a:lnSpc>
              <a:tabLst/>
            </a:pPr>
            <a:r>
              <a:rPr lang="ar-SA" altLang="en-US" dirty="0"/>
              <a:t>سایز صفحه</a:t>
            </a:r>
            <a:r>
              <a:rPr lang="en-US" altLang="en-US" dirty="0"/>
              <a:t>: A3 </a:t>
            </a:r>
            <a:r>
              <a:rPr lang="ar-SA" altLang="en-US" dirty="0"/>
              <a:t>برای شبکه‌های بزرگ</a:t>
            </a:r>
            <a:r>
              <a:rPr lang="en-US" altLang="en-US" dirty="0"/>
              <a:t>، A4</a:t>
            </a:r>
            <a:r>
              <a:rPr lang="ps-AF" altLang="en-US" dirty="0"/>
              <a:t> </a:t>
            </a:r>
            <a:r>
              <a:rPr lang="en-US" altLang="en-US" dirty="0"/>
              <a:t> </a:t>
            </a:r>
            <a:r>
              <a:rPr lang="ar-SA" altLang="en-US" dirty="0"/>
              <a:t>برای کوچک</a:t>
            </a:r>
            <a:endParaRPr lang="en-US" altLang="en-US" dirty="0"/>
          </a:p>
          <a:p>
            <a:pPr marR="0" lvl="0" algn="r" rtl="1" fontAlgn="base">
              <a:lnSpc>
                <a:spcPct val="100000"/>
              </a:lnSpc>
              <a:tabLst/>
            </a:pPr>
            <a:r>
              <a:rPr lang="ar-SA" altLang="en-US" dirty="0"/>
              <a:t>جهت صفحه</a:t>
            </a:r>
            <a:r>
              <a:rPr lang="en-US" altLang="en-US" dirty="0"/>
              <a:t>: Landscape </a:t>
            </a:r>
            <a:r>
              <a:rPr lang="ar-SA" altLang="en-US" dirty="0"/>
              <a:t>برای دیاگرام افقی</a:t>
            </a:r>
            <a:endParaRPr lang="en-US" altLang="en-US" dirty="0"/>
          </a:p>
          <a:p>
            <a:pPr marR="0" lvl="0" algn="r" rtl="1" fontAlgn="base">
              <a:lnSpc>
                <a:spcPct val="100000"/>
              </a:lnSpc>
              <a:tabLst/>
            </a:pPr>
            <a:r>
              <a:rPr lang="ar-SA" altLang="en-US" dirty="0"/>
              <a:t>تقسیم دیاگرام بزرگ به چند صفحه</a:t>
            </a:r>
            <a:endParaRPr lang="en-US" altLang="en-US" dirty="0"/>
          </a:p>
          <a:p>
            <a:pPr marR="0" lvl="0" algn="r" rtl="1" fontAlgn="base">
              <a:lnSpc>
                <a:spcPct val="100000"/>
              </a:lnSpc>
              <a:tabLst/>
            </a:pPr>
            <a:r>
              <a:rPr lang="ar-SA" altLang="en-US" dirty="0"/>
              <a:t>خروجی</a:t>
            </a:r>
            <a:r>
              <a:rPr lang="en-US" altLang="en-US" dirty="0"/>
              <a:t> PDF، PNG، SVG </a:t>
            </a:r>
            <a:r>
              <a:rPr lang="ar-SA" altLang="en-US" dirty="0"/>
              <a:t>برای اشتراک‌گذاری</a:t>
            </a:r>
            <a:endParaRPr lang="en-US" altLang="en-US" dirty="0"/>
          </a:p>
          <a:p>
            <a:pPr marR="0" lvl="0" algn="r" rtl="1" fontAlgn="base">
              <a:lnSpc>
                <a:spcPct val="100000"/>
              </a:lnSpc>
              <a:tabLst/>
            </a:pPr>
            <a:r>
              <a:rPr lang="ar-SA" altLang="en-US" dirty="0"/>
              <a:t>نسخه اصلی در</a:t>
            </a:r>
            <a:r>
              <a:rPr lang="en-US" altLang="en-US" dirty="0"/>
              <a:t> .</a:t>
            </a:r>
            <a:r>
              <a:rPr lang="en-US" altLang="en-US" dirty="0" err="1"/>
              <a:t>vsdx</a:t>
            </a:r>
            <a:r>
              <a:rPr lang="en-US" altLang="en-US" dirty="0"/>
              <a:t> </a:t>
            </a:r>
            <a:r>
              <a:rPr lang="ar-SA" altLang="en-US" dirty="0"/>
              <a:t>ذخیره شود</a:t>
            </a:r>
            <a:endParaRPr lang="en-US" altLang="en-US" dirty="0"/>
          </a:p>
          <a:p>
            <a:pPr marL="0" marR="0" lvl="0" indent="0" algn="r" rtl="1" fontAlgn="base">
              <a:lnSpc>
                <a:spcPct val="100000"/>
              </a:lnSpc>
              <a:buNone/>
              <a:tabLst/>
            </a:pPr>
            <a:r>
              <a:rPr lang="en-US" altLang="en-US" b="1" dirty="0"/>
              <a:t>Print Scale</a:t>
            </a:r>
            <a:r>
              <a:rPr lang="ps-AF" altLang="en-US" b="1" dirty="0"/>
              <a:t> </a:t>
            </a:r>
            <a:r>
              <a:rPr lang="ar-SA" altLang="en-US" b="1" dirty="0"/>
              <a:t>و پیش‌نمایش چاپ</a:t>
            </a:r>
            <a:endParaRPr lang="en-US" altLang="en-US" b="1" dirty="0"/>
          </a:p>
          <a:p>
            <a:pPr marR="0" lvl="0" algn="r" rtl="1" fontAlgn="base">
              <a:lnSpc>
                <a:spcPct val="100000"/>
              </a:lnSpc>
              <a:tabLst/>
            </a:pPr>
            <a:r>
              <a:rPr lang="ar-SA" altLang="en-US" dirty="0"/>
              <a:t>تنظیم مقیاس چاپ برای وضوح بالا</a:t>
            </a:r>
            <a:endParaRPr lang="en-US" altLang="en-US" dirty="0"/>
          </a:p>
          <a:p>
            <a:pPr marR="0" lvl="0" algn="r" rtl="1" fontAlgn="base">
              <a:lnSpc>
                <a:spcPct val="100000"/>
              </a:lnSpc>
              <a:tabLst/>
            </a:pPr>
            <a:r>
              <a:rPr lang="ar-SA" altLang="en-US" dirty="0"/>
              <a:t>بررسی پیش‌نمایش قبل از چاپ یا ارسال</a:t>
            </a:r>
            <a:endParaRPr lang="en-US" altLang="en-US" dirty="0"/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736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3662B-F771-A058-6E9F-E4C8AEBB3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56237"/>
            <a:ext cx="8596668" cy="1320800"/>
          </a:xfrm>
        </p:spPr>
        <p:txBody>
          <a:bodyPr/>
          <a:lstStyle/>
          <a:p>
            <a:pPr algn="r" rtl="1"/>
            <a:r>
              <a:rPr lang="fa-IR" dirty="0"/>
              <a:t>چک</a:t>
            </a:r>
            <a:r>
              <a:rPr lang="ps-AF" dirty="0"/>
              <a:t> </a:t>
            </a:r>
            <a:r>
              <a:rPr lang="fa-IR" dirty="0"/>
              <a:t>‌لیست کنترل کیفیت دیاگرام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68DC0-886D-6A28-3DE3-046AD7A7E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11086"/>
            <a:ext cx="8596668" cy="4974563"/>
          </a:xfrm>
        </p:spPr>
        <p:txBody>
          <a:bodyPr/>
          <a:lstStyle/>
          <a:p>
            <a:pPr marL="0" indent="0" algn="r" rtl="1">
              <a:buNone/>
            </a:pPr>
            <a:r>
              <a:rPr lang="fa-IR" dirty="0"/>
              <a:t>عنوان: بررسی نهایی قبل از تحویل دیاگرام</a:t>
            </a:r>
          </a:p>
          <a:p>
            <a:pPr marL="0" indent="0" algn="r" rtl="1">
              <a:buNone/>
            </a:pPr>
            <a:r>
              <a:rPr lang="fa-IR" dirty="0"/>
              <a:t>محتوا:</a:t>
            </a:r>
          </a:p>
          <a:p>
            <a:pPr algn="r" rtl="1"/>
            <a:r>
              <a:rPr lang="fa-IR" dirty="0"/>
              <a:t>تجهیزات نام‌گذاری و شماره‌گذاری استاندارد دارند ✅ / ❌</a:t>
            </a:r>
          </a:p>
          <a:p>
            <a:pPr algn="r" rtl="1"/>
            <a:r>
              <a:rPr lang="ps-AF" dirty="0"/>
              <a:t>اشکال و سمبول ها </a:t>
            </a:r>
            <a:r>
              <a:rPr lang="fa-IR" dirty="0"/>
              <a:t> از </a:t>
            </a:r>
            <a:r>
              <a:rPr lang="ps-AF" dirty="0"/>
              <a:t>رهنمای</a:t>
            </a:r>
            <a:r>
              <a:rPr lang="fa-IR" dirty="0"/>
              <a:t> استاندارد</a:t>
            </a:r>
            <a:r>
              <a:rPr lang="ps-AF" dirty="0"/>
              <a:t> (</a:t>
            </a:r>
            <a:r>
              <a:rPr lang="en-US" dirty="0"/>
              <a:t>IEEE, ISO</a:t>
            </a:r>
            <a:r>
              <a:rPr lang="ps-AF" dirty="0"/>
              <a:t>)</a:t>
            </a:r>
            <a:r>
              <a:rPr lang="fa-IR" dirty="0"/>
              <a:t> هستند ✅ / ❌</a:t>
            </a:r>
          </a:p>
          <a:p>
            <a:pPr algn="r" rtl="1"/>
            <a:r>
              <a:rPr lang="fa-IR" dirty="0"/>
              <a:t>چینش منطقی و فیزیکی واضح است ✅ / ❌</a:t>
            </a:r>
          </a:p>
          <a:p>
            <a:pPr algn="r" rtl="1"/>
            <a:r>
              <a:rPr lang="en-US" dirty="0"/>
              <a:t>Legend</a:t>
            </a:r>
            <a:r>
              <a:rPr lang="ps-AF" dirty="0"/>
              <a:t> </a:t>
            </a:r>
            <a:r>
              <a:rPr lang="en-US" dirty="0"/>
              <a:t> </a:t>
            </a:r>
            <a:r>
              <a:rPr lang="fa-IR" dirty="0"/>
              <a:t>و </a:t>
            </a:r>
            <a:r>
              <a:rPr lang="en-US" dirty="0"/>
              <a:t>Title Block</a:t>
            </a:r>
            <a:r>
              <a:rPr lang="ps-AF" dirty="0"/>
              <a:t> </a:t>
            </a:r>
            <a:r>
              <a:rPr lang="en-US" dirty="0"/>
              <a:t> </a:t>
            </a:r>
            <a:r>
              <a:rPr lang="fa-IR" dirty="0"/>
              <a:t>کامل شده ✅ / ❌</a:t>
            </a:r>
          </a:p>
          <a:p>
            <a:pPr algn="r" rtl="1"/>
            <a:r>
              <a:rPr lang="fa-IR" dirty="0"/>
              <a:t>مقیاس و صفحه‌بندی درست است ✅ / ❌</a:t>
            </a:r>
          </a:p>
          <a:p>
            <a:pPr algn="r" rtl="1"/>
            <a:r>
              <a:rPr lang="fa-IR" dirty="0"/>
              <a:t>نسخه نهایی در .</a:t>
            </a:r>
            <a:r>
              <a:rPr lang="en-US" dirty="0" err="1"/>
              <a:t>vsdx</a:t>
            </a:r>
            <a:r>
              <a:rPr lang="ps-AF" dirty="0"/>
              <a:t> </a:t>
            </a:r>
            <a:r>
              <a:rPr lang="en-US" dirty="0"/>
              <a:t> </a:t>
            </a:r>
            <a:r>
              <a:rPr lang="fa-IR" dirty="0"/>
              <a:t>و .</a:t>
            </a:r>
            <a:r>
              <a:rPr lang="en-US" dirty="0"/>
              <a:t>pdf </a:t>
            </a:r>
            <a:r>
              <a:rPr lang="fa-IR" dirty="0"/>
              <a:t>ذخیره شده ✅ / ❌</a:t>
            </a:r>
          </a:p>
        </p:txBody>
      </p:sp>
    </p:spTree>
    <p:extLst>
      <p:ext uri="{BB962C8B-B14F-4D97-AF65-F5344CB8AC3E}">
        <p14:creationId xmlns:p14="http://schemas.microsoft.com/office/powerpoint/2010/main" val="2927131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70BBC3A-107B-AE9C-AEF0-DCB399B4E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pPr algn="r"/>
            <a:r>
              <a:rPr lang="ps-AF" dirty="0"/>
              <a:t>کار عملی (طراحی دیا</a:t>
            </a:r>
            <a:r>
              <a:rPr lang="prs-AF" dirty="0"/>
              <a:t>گ</a:t>
            </a:r>
            <a:r>
              <a:rPr lang="ps-AF" dirty="0"/>
              <a:t>رام شبکه) </a:t>
            </a:r>
            <a:br>
              <a:rPr lang="ps-AF" dirty="0"/>
            </a:br>
            <a:r>
              <a:rPr lang="fa-IR" dirty="0"/>
              <a:t>سناریوی عملی – تطبیق مفاهیم روز </a:t>
            </a:r>
            <a:r>
              <a:rPr lang="ps-AF" dirty="0"/>
              <a:t>پنجم</a:t>
            </a:r>
            <a:endParaRPr lang="en-US" dirty="0"/>
          </a:p>
        </p:txBody>
      </p:sp>
      <p:pic>
        <p:nvPicPr>
          <p:cNvPr id="5" name="Picture 4" descr="A diagram of a cloud computing network&#10;&#10;AI-generated content may be incorrect.">
            <a:extLst>
              <a:ext uri="{FF2B5EF4-FFF2-40B4-BE49-F238E27FC236}">
                <a16:creationId xmlns:a16="http://schemas.microsoft.com/office/drawing/2014/main" id="{8C141FD0-E5E2-6E97-B58A-A33CB12DAC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1" r="2277" b="3"/>
          <a:stretch>
            <a:fillRect/>
          </a:stretch>
        </p:blipFill>
        <p:spPr>
          <a:xfrm>
            <a:off x="817474" y="2159331"/>
            <a:ext cx="2915973" cy="208738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EE1DE-0981-DC40-9993-03697AC1E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3160" y="2160589"/>
            <a:ext cx="5207839" cy="3880773"/>
          </a:xfrm>
        </p:spPr>
        <p:txBody>
          <a:bodyPr>
            <a:normAutofit/>
          </a:bodyPr>
          <a:lstStyle/>
          <a:p>
            <a:pPr marL="0" indent="0" algn="r" rtl="1">
              <a:lnSpc>
                <a:spcPct val="90000"/>
              </a:lnSpc>
              <a:buNone/>
            </a:pPr>
            <a:r>
              <a:rPr lang="fa-IR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Bahij Nazanin" panose="02040703060201020203" pitchFamily="18" charset="-78"/>
              </a:rPr>
              <a:t>سناریو آموزشی– طراحی شبکه داخلی (</a:t>
            </a:r>
            <a:r>
              <a:rPr lang="en-US" sz="2000" b="1" kern="100" dirty="0">
                <a:effectLst/>
                <a:latin typeface="Bahij Nazanin" panose="02040703060201020203" pitchFamily="18" charset="-78"/>
                <a:ea typeface="Aptos" panose="020B0004020202020204" pitchFamily="34" charset="0"/>
                <a:cs typeface="Arial" panose="020B0604020202020204" pitchFamily="34" charset="0"/>
              </a:rPr>
              <a:t>LAN</a:t>
            </a:r>
            <a:r>
              <a:rPr lang="fa-IR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Bahij Nazanin" panose="02040703060201020203" pitchFamily="18" charset="-78"/>
              </a:rPr>
              <a:t>) برای یک اداره متشکل از </a:t>
            </a:r>
            <a:r>
              <a:rPr lang="ps-AF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Bahij Nazanin" panose="02040703060201020203" pitchFamily="18" charset="-78"/>
              </a:rPr>
              <a:t>دیپارتمنت های </a:t>
            </a:r>
            <a:r>
              <a:rPr lang="en-US" sz="2000" b="1" kern="100" dirty="0">
                <a:effectLst/>
                <a:latin typeface="Bahij Nazanin" panose="02040703060201020203" pitchFamily="18" charset="-78"/>
                <a:ea typeface="Aptos" panose="020B0004020202020204" pitchFamily="34" charset="0"/>
                <a:cs typeface="Arial" panose="020B0604020202020204" pitchFamily="34" charset="0"/>
              </a:rPr>
              <a:t>IT</a:t>
            </a:r>
            <a:r>
              <a:rPr lang="fa-IR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Bahij Nazanin" panose="02040703060201020203" pitchFamily="18" charset="-78"/>
              </a:rPr>
              <a:t>، مالی و منابع </a:t>
            </a:r>
            <a:r>
              <a:rPr lang="ps-AF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Bahij Nazanin" panose="02040703060201020203" pitchFamily="18" charset="-78"/>
              </a:rPr>
              <a:t>بشری</a:t>
            </a:r>
          </a:p>
          <a:p>
            <a:pPr marL="0" indent="0" algn="r" rtl="1">
              <a:lnSpc>
                <a:spcPct val="90000"/>
              </a:lnSpc>
              <a:buNone/>
            </a:pPr>
            <a:endParaRPr lang="ps-AF" sz="2000" dirty="0"/>
          </a:p>
          <a:p>
            <a:pPr algn="r" rtl="1">
              <a:lnSpc>
                <a:spcPct val="90000"/>
              </a:lnSpc>
            </a:pPr>
            <a:r>
              <a:rPr lang="ps-AF" sz="2000" dirty="0"/>
              <a:t>تطبیق موارد اجندا روز پنجم در سناریو بشکل عملی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9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36721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415A2-C92A-0159-BCD6-DDDBE924B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rs-AF" dirty="0"/>
              <a:t>سناریو تمرین انفرادی / گروپی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D5FFB-DF40-B859-C0E3-00DB22749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563" y="2040846"/>
            <a:ext cx="8596668" cy="3880773"/>
          </a:xfrm>
        </p:spPr>
        <p:txBody>
          <a:bodyPr/>
          <a:lstStyle/>
          <a:p>
            <a:pPr algn="r" rtl="1"/>
            <a:r>
              <a:rPr lang="ps-AF" sz="1800" i="0" u="none" strike="noStrike" baseline="0" dirty="0">
                <a:latin typeface="BahijNazanin-Bold"/>
              </a:rPr>
              <a:t>برای سناریو زیل تمام موارد شامل اجندا روز پنجم را تطبیق کنید:</a:t>
            </a:r>
          </a:p>
          <a:p>
            <a:pPr algn="r" rtl="1"/>
            <a:endParaRPr lang="ps-AF" dirty="0">
              <a:latin typeface="BahijNazanin-Bold"/>
            </a:endParaRPr>
          </a:p>
          <a:p>
            <a:pPr marL="0" indent="0" algn="r" rtl="1">
              <a:buNone/>
            </a:pPr>
            <a:r>
              <a:rPr lang="fa-IR" sz="1800" i="0" u="none" strike="noStrike" baseline="0" dirty="0">
                <a:latin typeface="BahijNazanin-Bold"/>
              </a:rPr>
              <a:t>شرح سناریو طراحی شبکه ساده بخش </a:t>
            </a:r>
            <a:r>
              <a:rPr lang="en-US" sz="1800" i="0" u="none" strike="noStrike" baseline="0" dirty="0">
                <a:latin typeface="BahijNazanin-Bold"/>
              </a:rPr>
              <a:t>IT </a:t>
            </a:r>
            <a:r>
              <a:rPr lang="fa-IR" sz="1800" i="0" u="none" strike="noStrike" baseline="0" dirty="0">
                <a:latin typeface="BahijNazanin-Bold"/>
              </a:rPr>
              <a:t>یک اداره</a:t>
            </a:r>
            <a:r>
              <a:rPr lang="ps-AF" sz="1800" i="0" u="none" strike="noStrike" baseline="0" dirty="0">
                <a:latin typeface="BahijNazanin-Bold"/>
              </a:rPr>
              <a:t>:</a:t>
            </a:r>
          </a:p>
          <a:p>
            <a:pPr marL="0" indent="0" algn="r" rtl="1">
              <a:buNone/>
            </a:pPr>
            <a:r>
              <a:rPr lang="fa-IR" sz="1800" i="0" u="none" strike="noStrike" baseline="0" dirty="0">
                <a:latin typeface="BahijNazanin-Bold"/>
              </a:rPr>
              <a:t>شما کارمند بخش </a:t>
            </a:r>
            <a:r>
              <a:rPr lang="en-US" sz="1800" i="0" u="none" strike="noStrike" baseline="0" dirty="0">
                <a:latin typeface="BahijNazanin-Bold"/>
              </a:rPr>
              <a:t>IT</a:t>
            </a:r>
            <a:r>
              <a:rPr lang="ps-AF" sz="1800" i="0" u="none" strike="noStrike" baseline="0" dirty="0">
                <a:latin typeface="BahijNazanin-Bold"/>
              </a:rPr>
              <a:t> </a:t>
            </a:r>
            <a:r>
              <a:rPr lang="en-US" sz="1800" i="0" u="none" strike="noStrike" baseline="0" dirty="0">
                <a:latin typeface="BahijNazanin-Bold"/>
              </a:rPr>
              <a:t> </a:t>
            </a:r>
            <a:r>
              <a:rPr lang="fa-IR" sz="1800" i="0" u="none" strike="noStrike" baseline="0" dirty="0">
                <a:latin typeface="BahijNazanin-Bold"/>
              </a:rPr>
              <a:t>یک اداره هستید و وظیفه دارید یک دیاگرام ساده از تجهیزات و ارتباطات شبکه در بخش خود را</a:t>
            </a:r>
            <a:r>
              <a:rPr lang="ps-AF" sz="1800" i="0" u="none" strike="noStrike" baseline="0" dirty="0">
                <a:latin typeface="BahijNazanin-Bold"/>
              </a:rPr>
              <a:t> </a:t>
            </a:r>
            <a:r>
              <a:rPr lang="fa-IR" sz="1800" i="0" u="none" strike="noStrike" baseline="0" dirty="0">
                <a:latin typeface="BahijNazanin-Bold"/>
              </a:rPr>
              <a:t>طراحی نمایید. این دیاگرام باید ساختار اساسی شبکه محلی </a:t>
            </a:r>
            <a:r>
              <a:rPr lang="ps-AF" sz="1800" i="0" u="none" strike="noStrike" baseline="0" dirty="0">
                <a:latin typeface="BahijNazanin-Bold"/>
              </a:rPr>
              <a:t>(</a:t>
            </a:r>
            <a:r>
              <a:rPr lang="en-US" sz="1800" i="0" u="none" strike="noStrike" baseline="0" dirty="0">
                <a:latin typeface="BahijNazanin-Bold"/>
              </a:rPr>
              <a:t>LAN</a:t>
            </a:r>
            <a:r>
              <a:rPr lang="ps-AF" sz="1800" i="0" u="none" strike="noStrike" baseline="0" dirty="0">
                <a:latin typeface="BahijNazanin-Bold"/>
              </a:rPr>
              <a:t>) </a:t>
            </a:r>
            <a:r>
              <a:rPr lang="fa-IR" sz="1800" i="0" u="none" strike="noStrike" baseline="0" dirty="0">
                <a:latin typeface="BahijNazanin-Bold"/>
              </a:rPr>
              <a:t>را نمایش دهد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972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Question mark against red wall">
            <a:extLst>
              <a:ext uri="{FF2B5EF4-FFF2-40B4-BE49-F238E27FC236}">
                <a16:creationId xmlns:a16="http://schemas.microsoft.com/office/drawing/2014/main" id="{8155F1BC-1859-8DCD-CBB2-56E4374BC3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112" r="1" b="1"/>
          <a:stretch>
            <a:fillRect/>
          </a:stretch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98B0E1-45E6-4B9B-FAFA-95B5E86B0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847" y="2158116"/>
            <a:ext cx="4319210" cy="1077687"/>
          </a:xfrm>
        </p:spPr>
        <p:txBody>
          <a:bodyPr>
            <a:normAutofit/>
          </a:bodyPr>
          <a:lstStyle/>
          <a:p>
            <a:pPr algn="ctr"/>
            <a:r>
              <a:rPr lang="fa-IR" dirty="0"/>
              <a:t>پرسش و پاسخ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13695C0-5761-8555-1BD2-598AC18161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3" y="3622197"/>
            <a:ext cx="4754638" cy="388077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algn="r" defTabSz="914400" rtl="1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lang="fa-IR" dirty="0"/>
              <a:t>آیا توقعات مشخصی از طرف شما وجود دارد؟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algn="r" defTabSz="914400" rtl="1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lang="fa-IR" dirty="0"/>
              <a:t>پیشنهادات در مورد محتوا یا بخش‌های مورد تمرکز دارید؟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4857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828</TotalTime>
  <Words>812</Words>
  <Application>Microsoft Office PowerPoint</Application>
  <PresentationFormat>Widescreen</PresentationFormat>
  <Paragraphs>105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Arial</vt:lpstr>
      <vt:lpstr>Bahij Nazanin</vt:lpstr>
      <vt:lpstr>BahijNazanin-Bold</vt:lpstr>
      <vt:lpstr>Times New Roman</vt:lpstr>
      <vt:lpstr>Trebuchet MS</vt:lpstr>
      <vt:lpstr>Wingdings 3</vt:lpstr>
      <vt:lpstr>Facet</vt:lpstr>
      <vt:lpstr> آموزش برنامه مایکروسافت ویزیو</vt:lpstr>
      <vt:lpstr>روز ۵</vt:lpstr>
      <vt:lpstr>اجندای روز پنجم برنامه آموزشی  Microsoft Visio</vt:lpstr>
      <vt:lpstr>مقررات آموزش</vt:lpstr>
      <vt:lpstr>اهمیت استانداردسازی در دیاگرام شبکه</vt:lpstr>
      <vt:lpstr>بهترین روش‌ها در طراحی و دیزاین دیاگرام شبکه</vt:lpstr>
      <vt:lpstr>مستندسازی و شناسنامه دیاگرام</vt:lpstr>
      <vt:lpstr>مدیریت نسخه‌ها و ثبت تغییرات Version Tracking &amp; Change Log))</vt:lpstr>
      <vt:lpstr>آماده‌ سازی برای چاپ و اشتراک‌گذاری</vt:lpstr>
      <vt:lpstr>چک ‌لیست کنترل کیفیت دیاگرام</vt:lpstr>
      <vt:lpstr>کار عملی (طراحی دیاگرام شبکه)  سناریوی عملی – تطبیق مفاهیم روز پنجم</vt:lpstr>
      <vt:lpstr>سناریو تمرین انفرادی / گروپی</vt:lpstr>
      <vt:lpstr>پرسش و پاسخ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milad kakar</dc:creator>
  <cp:lastModifiedBy>milad kakar</cp:lastModifiedBy>
  <cp:revision>188</cp:revision>
  <dcterms:created xsi:type="dcterms:W3CDTF">2025-07-29T03:24:42Z</dcterms:created>
  <dcterms:modified xsi:type="dcterms:W3CDTF">2025-08-09T06:55:56Z</dcterms:modified>
</cp:coreProperties>
</file>