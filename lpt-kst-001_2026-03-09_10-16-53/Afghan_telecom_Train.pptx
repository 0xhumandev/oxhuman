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7" d="100"/>
          <a:sy n="57" d="100"/>
        </p:scale>
        <p:origin x="69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4725436-5F8D-4627-9906-694736B7F226}"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1164268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725436-5F8D-4627-9906-694736B7F226}"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307622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4725436-5F8D-4627-9906-694736B7F226}"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1697959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4725436-5F8D-4627-9906-694736B7F226}" type="datetimeFigureOut">
              <a:rPr lang="en-US" smtClean="0"/>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506122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4725436-5F8D-4627-9906-694736B7F226}" type="datetimeFigureOut">
              <a:rPr lang="en-US" smtClean="0"/>
              <a:t>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299086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4725436-5F8D-4627-9906-694736B7F226}" type="datetimeFigureOut">
              <a:rPr lang="en-US" smtClean="0"/>
              <a:t>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2929657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725436-5F8D-4627-9906-694736B7F226}" type="datetimeFigureOut">
              <a:rPr lang="en-US" smtClean="0"/>
              <a:t>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4211664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725436-5F8D-4627-9906-694736B7F226}" type="datetimeFigureOut">
              <a:rPr lang="en-US" smtClean="0"/>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1180068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725436-5F8D-4627-9906-694736B7F226}" type="datetimeFigureOut">
              <a:rPr lang="en-US" smtClean="0"/>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16196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725436-5F8D-4627-9906-694736B7F226}"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322415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725436-5F8D-4627-9906-694736B7F226}"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3736-A363-475F-A82C-28D42B69F9AF}" type="slidenum">
              <a:rPr lang="en-US" smtClean="0"/>
              <a:t>‹#›</a:t>
            </a:fld>
            <a:endParaRPr lang="en-US"/>
          </a:p>
        </p:txBody>
      </p:sp>
    </p:spTree>
    <p:extLst>
      <p:ext uri="{BB962C8B-B14F-4D97-AF65-F5344CB8AC3E}">
        <p14:creationId xmlns:p14="http://schemas.microsoft.com/office/powerpoint/2010/main" val="1489068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725436-5F8D-4627-9906-694736B7F226}" type="datetimeFigureOut">
              <a:rPr lang="en-US" smtClean="0"/>
              <a:t>2/22/2025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773736-A363-475F-A82C-28D42B69F9AF}" type="slidenum">
              <a:rPr lang="en-US" smtClean="0"/>
              <a:t>‹#›</a:t>
            </a:fld>
            <a:endParaRPr lang="en-US"/>
          </a:p>
        </p:txBody>
      </p:sp>
    </p:spTree>
    <p:extLst>
      <p:ext uri="{BB962C8B-B14F-4D97-AF65-F5344CB8AC3E}">
        <p14:creationId xmlns:p14="http://schemas.microsoft.com/office/powerpoint/2010/main" val="3547272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7943" y="348343"/>
            <a:ext cx="9831977" cy="5982788"/>
          </a:xfrm>
        </p:spPr>
        <p:txBody>
          <a:bodyPr/>
          <a:lstStyle/>
          <a:p>
            <a:pPr algn="l"/>
            <a:endParaRPr lang="en-US" dirty="0" smtClean="0"/>
          </a:p>
          <a:p>
            <a:pPr algn="l"/>
            <a:r>
              <a:rPr lang="en-US" dirty="0" smtClean="0"/>
              <a:t>LHG 5 Devices Configuration and installation </a:t>
            </a:r>
          </a:p>
          <a:p>
            <a:pPr marL="457200" indent="-457200" algn="l">
              <a:buAutoNum type="arabicPeriod"/>
            </a:pPr>
            <a:r>
              <a:rPr lang="en-US" dirty="0" smtClean="0"/>
              <a:t>Light </a:t>
            </a:r>
            <a:r>
              <a:rPr lang="en-US" dirty="0"/>
              <a:t>Head Grid (LHG</a:t>
            </a:r>
            <a:r>
              <a:rPr lang="en-US" dirty="0" smtClean="0"/>
              <a:t>)</a:t>
            </a:r>
          </a:p>
          <a:p>
            <a:pPr marL="457200" indent="-457200" algn="l">
              <a:buAutoNum type="arabicPeriod"/>
            </a:pPr>
            <a:r>
              <a:rPr lang="en-US" dirty="0"/>
              <a:t>A 2.4 GHz connection travels farther at lower speeds, while 5 GHz frequencies provide faster speeds at shorter range</a:t>
            </a:r>
            <a:r>
              <a:rPr lang="en-US" dirty="0" smtClean="0"/>
              <a:t>.</a:t>
            </a:r>
          </a:p>
          <a:p>
            <a:pPr marL="457200" indent="-457200" algn="l">
              <a:buAutoNum type="arabicPeriod"/>
            </a:pPr>
            <a:r>
              <a:rPr lang="en-US" dirty="0"/>
              <a:t>the difference between 2.4GHz and 5GHz boils down to wireless range vs. speed. If you want better range, use 2.4 GHz. If you need higher performance or speed, use the 5GHz band</a:t>
            </a:r>
            <a:r>
              <a:rPr lang="en-US" dirty="0" smtClean="0"/>
              <a:t>.</a:t>
            </a:r>
          </a:p>
          <a:p>
            <a:r>
              <a:rPr lang="en-US" dirty="0"/>
              <a:t>The 2.4 GHz band provides the most coverage but transmits data at slower speeds.</a:t>
            </a:r>
          </a:p>
          <a:p>
            <a:r>
              <a:rPr lang="en-US" dirty="0"/>
              <a:t>The 5 GHz band provides less coverage but transmits data at faster speeds.</a:t>
            </a:r>
          </a:p>
          <a:p>
            <a:r>
              <a:rPr lang="en-US" dirty="0"/>
              <a:t>The 6 GHz band, exclusive to the newest </a:t>
            </a:r>
            <a:r>
              <a:rPr lang="en-US" dirty="0" err="1"/>
              <a:t>WiFi</a:t>
            </a:r>
            <a:r>
              <a:rPr lang="en-US" dirty="0"/>
              <a:t> standards, provides the least coverage but transmits data at the fastest speeds of the three frequencies.</a:t>
            </a:r>
          </a:p>
          <a:p>
            <a:pPr marL="457200" indent="-457200" algn="l">
              <a:buAutoNum type="arabicPeriod"/>
            </a:pPr>
            <a:endParaRPr lang="en-US" dirty="0"/>
          </a:p>
        </p:txBody>
      </p:sp>
    </p:spTree>
    <p:extLst>
      <p:ext uri="{BB962C8B-B14F-4D97-AF65-F5344CB8AC3E}">
        <p14:creationId xmlns:p14="http://schemas.microsoft.com/office/powerpoint/2010/main" val="1803237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8343"/>
            <a:ext cx="10515600" cy="5828620"/>
          </a:xfrm>
        </p:spPr>
        <p:txBody>
          <a:bodyPr/>
          <a:lstStyle/>
          <a:p>
            <a:r>
              <a:rPr lang="en-US" dirty="0" err="1" smtClean="0"/>
              <a:t>PPPoE</a:t>
            </a:r>
            <a:r>
              <a:rPr lang="en-US" dirty="0" smtClean="0"/>
              <a:t>( point to point Protocol over Ethernet) is a network protocol commonly used by ISP to manage and authenticate users over an Ethernet connection.</a:t>
            </a:r>
          </a:p>
          <a:p>
            <a:endParaRPr lang="en-US" dirty="0" smtClean="0"/>
          </a:p>
          <a:p>
            <a:r>
              <a:rPr lang="en-US" dirty="0" smtClean="0"/>
              <a:t>192.168.1.11</a:t>
            </a:r>
            <a:endParaRPr lang="en-US" dirty="0"/>
          </a:p>
        </p:txBody>
      </p:sp>
    </p:spTree>
    <p:extLst>
      <p:ext uri="{BB962C8B-B14F-4D97-AF65-F5344CB8AC3E}">
        <p14:creationId xmlns:p14="http://schemas.microsoft.com/office/powerpoint/2010/main" val="1577502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1555</TotalTime>
  <Words>158</Words>
  <Application>Microsoft Office PowerPoint</Application>
  <PresentationFormat>Widescreen</PresentationFormat>
  <Paragraphs>11</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OMAID COMPUTER</dc:creator>
  <cp:lastModifiedBy>OMAID COMPUTER</cp:lastModifiedBy>
  <cp:revision>11</cp:revision>
  <dcterms:created xsi:type="dcterms:W3CDTF">2025-02-18T04:49:20Z</dcterms:created>
  <dcterms:modified xsi:type="dcterms:W3CDTF">2025-02-23T04:47:01Z</dcterms:modified>
</cp:coreProperties>
</file>